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70" d="100"/>
          <a:sy n="70" d="100"/>
        </p:scale>
        <p:origin x="512" y="5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780697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00:00 – 00:40 · 40 giây</a:t>
            </a:r>
          </a:p>
          <a:p>
            <a:r>
              <a:t>“Ước mơ của bạn là gì?” – “Bạn muốn làm gì?” – “Và tương lai, bạn muốn trở thành ai?”</a:t>
            </a:r>
          </a:p>
          <a:p>
            <a:r>
              <a:t>Ai trong chúng ta cũng có những ước mơ của riêng mình. Được học điều mình thích, làm công việc mình chọn, đi đến nơi mình muốn và tự quyết định cuộc sống của chính mình.</a:t>
            </a:r>
          </a:p>
          <a:p>
            <a:r>
              <a:t>Nhưng có những điều tưởng chừng rất bình thường với người này, lại là một thử thách đối với người khác. Với người khiếm thị, đôi khi thử thách ấy bắt đầu từ việc đọc một trang sách, nhận biết một tờ tiền, hay tìm một món đồ ngay trong chính ngôi nhà của mình.</a:t>
            </a:r>
          </a:p>
          <a:p>
            <a:r>
              <a:t>Và chúng em tin rằng: Dù nhìn thế giới theo những cách khác nhau, ai cũng xứng đáng có cơ hội theo đuổi điều mình mong muốn.</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00:40 – 01:25 · 45 giây</a:t>
            </a:r>
          </a:p>
          <a:p>
            <a:r>
              <a:t>Vấn đề không chỉ là không nhìn thấy. Mà còn là những khó khăn xuất hiện trong chính những hoạt động thường ngày.</a:t>
            </a:r>
          </a:p>
          <a:p>
            <a:r>
              <a:t>Trong học tập và công việc, một trang tài liệu hay một bảng thông báo có thể trở thành rào cản khi người khiếm thị không thể tự đọc và tiếp nhận thông tin. Khi di chuyển, những vật cản bất ngờ hay sự thay đổi của môi trường xung quanh có thể khiến một hành trình đơn giản trở nên thiếu an toàn. Và trong sinh hoạt hằng ngày, từ phân biệt mệnh giá tiền, nhận diện sản phẩm đến tìm kiếm một món đồ quen thuộc, họ vẫn có thể cần đến sự trợ giúp của người khác.</a:t>
            </a:r>
          </a:p>
          <a:p>
            <a:r>
              <a:t>Công nghệ hỗ trợ đã tồn tại. Nhưng chi phí, những thao tác phức tạp và trải nghiệm chưa liền mạch vẫn khiến việc tiếp cận công nghệ trở thành một rào cản. Và khi những khó khăn ấy lặp lại mỗi ngày, chúng dẫn đến một vấn đề lớn hơn...</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01:25 – 01:38 · 13 giây</a:t>
            </a:r>
          </a:p>
          <a:p>
            <a:r>
              <a:t>Sự phụ thuộc. Phụ thuộc vào thiết bị, vào điện thoại, vào những người xung quanh.</a:t>
            </a:r>
          </a:p>
          <a:p>
            <a:r>
              <a:t>Gợi ý: dừng 1–2 giây sau chữ "Sự phụ thuộc" để Hội đồng nhìn nhãn thuốc bị mờ.</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01:38 – 01:43 · 5 giây</a:t>
            </a:r>
          </a:p>
          <a:p>
            <a:r>
              <a:t>Vậy nếu...</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01:43 – 01:48 · 5 giây</a:t>
            </a:r>
          </a:p>
          <a:p>
            <a:r>
              <a:t>Công nghệ không chỉ giúp họ nhận biết thế giới...</a:t>
            </a:r>
          </a:p>
          <a:p>
            <a:r>
              <a:t>Hiệu ứng tự chạy ~3 giây: vòng sóng như vừa bấm nút → nhãn thuốc rõ dần → vạch quét.</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01:48 – 01:55 · 7 giây</a:t>
            </a:r>
          </a:p>
          <a:p>
            <a:r>
              <a:t>...mà còn giúp họ tự mình làm được nhiều điều hơn?</a:t>
            </a:r>
          </a:p>
          <a:p>
            <a:r>
              <a:t>Phụ đề minh họa câu kính đọc to, hiện dần từng chữ.</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01:55 – 02:20 · 25 giây</a:t>
            </a:r>
          </a:p>
          <a:p>
            <a:r>
              <a:t>Đó là lý do SeeVia ra đời. SeeVia là dự án kính trợ lý thị giác ứng dụng AI, hướng đến việc giúp người khiếm thị tiếp cận thông tin và thực hiện các tác vụ hằng ngày một cách chủ động hơn.</a:t>
            </a:r>
          </a:p>
          <a:p>
            <a:r>
              <a:t>Thay vì phải sử dụng nhiều công cụ riêng lẻ, chúng em muốn mang những khả năng hỗ trợ thiết yếu vào một trải nghiệm thống nhất.</a:t>
            </a:r>
          </a:p>
          <a:p>
            <a:r>
              <a:t>SeeVia không chỉ hướng đến việc giúp người dùng nhận biết nhiều hơn, mà còn giúp họ phụ thuộc ít hơn.</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02:20 – 02:44 · 24 giây</a:t>
            </a:r>
          </a:p>
          <a:p>
            <a:r>
              <a:t>(bấm → 3 lần: mỗi lần sáng một bước trên kính; lần thứ 4 sang slide sau)</a:t>
            </a:r>
          </a:p>
          <a:p>
            <a:r>
              <a:t>Với SeeVia, trải nghiệm được thiết kế xoay quanh ba bước đơn giản: Nhấn nút. Đưa ra yêu cầu. Và nhận phản hồi bằng âm thanh.</a:t>
            </a:r>
          </a:p>
          <a:p>
            <a:r>
              <a:t>Người dùng có thể hỏi: “Đọc giúp tôi tờ giấy này.” “Đây là tờ tiền bao nhiêu?” Hay “Chiếc chìa khóa ở đâu?”</a:t>
            </a:r>
          </a:p>
          <a:p>
            <a:r>
              <a:t>Hệ thống tiếp nhận yêu cầu, xử lý hình ảnh bằng AI và phản hồi trực tiếp qua âm thanh, hạn chế việc phải thao tác trên màn hình.</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02:44 – 03:11 · 27 giây</a:t>
            </a:r>
          </a:p>
          <a:p>
            <a:r>
              <a:t>Từ ý tưởng đến sản phẩm là một hành trình phát triển liên tục.</a:t>
            </a:r>
          </a:p>
          <a:p>
            <a:r>
              <a:t>Ở giai đoạn hiện tại, chúng em bắt đầu với mô hình breadboard, kết nối camera, microphone và các thành phần phần cứng với hệ thống AI để kiểm chứng nguyên lý hoạt động. Từ nền tảng đó, nhóm sẽ tiếp tục thiết kế mạch PCB, tối ưu kích thước và bố trí linh kiện, trước khi tích hợp thành nguyên mẫu kính có thể đeo và sử dụng thực tế.</a:t>
            </a:r>
          </a:p>
          <a:p>
            <a:r>
              <a:t>Bởi chúng em hiểu rằng: Một hệ thống AI hoạt động được chưa đồng nghĩa với một sản phẩm thực sự hữu ích trong đời sống. Và đó cũng là lý do SeeVia cần tiếp tục được thử nghiệm, cải tiến và hoàn thiện dựa trên trải nghiệm của người dùng.</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03:11 – 03:51 · 40 giây</a:t>
            </a:r>
          </a:p>
          <a:p>
            <a:r>
              <a:t>Từ những vấn đề đã nghiên cứu, SeeVia được định hướng phát triển theo năm nhóm chức năng.</a:t>
            </a:r>
          </a:p>
          <a:p>
            <a:r>
              <a:t>See &amp; Read: đọc văn bản, nhận diện tiền và tiếp cận thông tin. Find &amp; Understand: tìm đồ vật, nhận diện và mô tả không gian xung quanh. Connect: hỗ trợ hội thoại và kết nối với người thân. Go: định hướng hỗ trợ di chuyển và nhận biết một số nguy cơ trong môi trường. Community &amp; Ecosystem: xây dựng hệ sinh thái kết nối người dùng với các tổ chức hỗ trợ.</a:t>
            </a:r>
          </a:p>
          <a:p>
            <a:r>
              <a:t>Tuy nhiên, chúng em không phát triển tất cả cùng lúc. Trong phiên bản MVP, SeeVia ưu tiên See &amp; Read và Find &amp; Understand — hai nhóm chức năng trực tiếp giải quyết nhu cầu hằng ngày và phù hợp để kiểm chứng trước. Các chức năng hỗ trợ di chuyển sẽ được nghiên cứu và thử nghiệm an toàn trong những giai đoạn tiếp theo.</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03:51 – 04:23 · 32 giây</a:t>
            </a:r>
          </a:p>
          <a:p>
            <a:r>
              <a:t>Nhưng xây dựng một sản phẩm có AI không có nghĩa là bắt đầu từ AI. Chúng em lựa chọn cách tiếp cận Human-Centered Design — lấy người dùng làm trung tâm.</a:t>
            </a:r>
          </a:p>
          <a:p>
            <a:r>
              <a:t>Nhóm nghiên cứu khó khăn và chấm điểm năm nhóm người dùng theo bốn tiêu chí: quy mô, mức độ cấp thiết, sẵn sàng công nghệ và an toàn. Từ đó, SeeVia lựa chọn người trẻ còn một phần thị lực, đang học tập hoặc làm việc tại đô thị làm nhóm người dùng trọng tâm. Bên cạnh đó là học sinh, sinh viên khiếm thị tại các cơ sở giáo dục chuyên biệt.</a:t>
            </a:r>
          </a:p>
          <a:p>
            <a:r>
              <a:t>Chúng em muốn sản phẩm được phát triển từ những nhu cầu thực tế, thay vì chỉ từ những gì công nghệ có thể làm.</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04:23 – 04:53 · 30 giây</a:t>
            </a:r>
          </a:p>
          <a:p>
            <a:r>
              <a:t>Nhưng làm thế nào để biết SeeVia có thực sự mang lại giá trị cho người dùng? Thay vì chỉ kiểm tra công nghệ có hoạt động hay không, chúng em sẽ đánh giá thông qua những nhiệm vụ thực tế, so sánh trực tiếp với cách người dùng đang thực hiện.</a:t>
            </a:r>
          </a:p>
          <a:p>
            <a:r>
              <a:t>Dựa trên ISO 9241-11, nhóm đo lường tỷ lệ hoàn thành nhiệm vụ, số lỗi, thời gian thực hiện và mức độ hài lòng thông qua thang đo SUS. Đồng thời, với UTAUT2 kết hợp yếu tố niềm tin và quyền riêng tư, chúng em đánh giá liệu người dùng có tiếp tục sử dụng, có tin tưởng kết quả AI và cảm thấy an tâm với camera hay không.</a:t>
            </a:r>
          </a:p>
          <a:p>
            <a:r>
              <a:t>Nhóm cũng đặt ra những ngưỡng kiểm chứng nội bộ: đọc đúng ít nhất 8 trên 10 nhiệm vụ, nhận diện đúng mệnh giá 19 trên 20 lần, kể cả tiền nhàu, và có thể tự sử dụng sau chưa đầy 30 phút hướng dẫn.</a:t>
            </a:r>
          </a:p>
          <a:p>
            <a:r>
              <a:t>Bởi điều chúng em muốn chứng minh không chỉ là SeeVia có hoạt động được hay không, mà là liệu SeeVia có thực sự giúp người dùng nhanh hơn, chủ động hơn và ít phụ thuộc hơn so với hiện tại.</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04:53 – 05:13 · 20 giây</a:t>
            </a:r>
          </a:p>
          <a:p>
            <a:r>
              <a:t>Một trong những ưu tiên kỹ thuật của chúng em là tốc độ phản hồi. Một câu trả lời chính xác nhưng đến quá muộn có thể khiến trải nghiệm bị gián đoạn.</a:t>
            </a:r>
          </a:p>
          <a:p>
            <a:r>
              <a:t>Vì vậy, nhóm tập trung tối ưu thời gian từ khi người dùng đưa ra yêu cầu đến khi nhận được âm thanh đầu tiên. Mục tiêu không đơn thuần là AI phản hồi nhanh hơn, mà là giúp quá trình tương tác trở nên tự nhiên hơn.</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05:13 – 05:38 · 25 giây</a:t>
            </a:r>
          </a:p>
          <a:p>
            <a:r>
              <a:t>Nhưng đây không chỉ là một vấn đề công nghệ. Tại Việt Nam, dữ liệu được nhóm tổng hợp cho thấy khoảng 2 đến 3 triệu người đang sống với tình trạng mù hoặc suy giảm thị lực từ trung bình đến nặng.</a:t>
            </a:r>
          </a:p>
          <a:p>
            <a:r>
              <a:t>Đằng sau con số ấy là những khó khăn trong tiếp cận giáo dục, việc làm và sinh hoạt hằng ngày. (Chỉ vào khung 100 người: cứ 100 người khó khăn nặng về nhìn, chỉ 18 người có việc làm.)</a:t>
            </a:r>
          </a:p>
          <a:p>
            <a:r>
              <a:t>Và điều chúng em hướng đến không phải chỉ là hỗ trợ một hoạt động. Mà là mở rộng khả năng tự chủ cho người sử dụng.</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05:38 – 06:10 · 32 giây</a:t>
            </a:r>
          </a:p>
          <a:p>
            <a:r>
              <a:t>Tuy nhiên, không phải tất cả người suy giảm thị lực đều là khách hàng phù hợp của SeeVia. Vì vậy, chúng em thu hẹp thị trường theo độ tuổi, mức độ thị lực, khu vực sinh sống và khả năng tiếp cận công nghệ.</a:t>
            </a:r>
          </a:p>
          <a:p>
            <a:r>
              <a:t>Theo kịch bản cơ sở, thị trường có khả năng phục vụ được ước tính khoảng 22.000 người trên toàn quốc, trong đó khoảng 5.400 người tại TP.HCM. Đây vẫn là những ước tính cần kiểm chứng.</a:t>
            </a:r>
          </a:p>
          <a:p>
            <a:r>
              <a:t>Chúng em lựa chọn TP.HCM làm thị trường khởi đầu vì có điều kiện tiếp cận người dùng, trường học và các tổ chức hỗ trợ trực tiếp. Trước khi mở rộng thị trường, chúng em muốn chứng minh sản phẩm thực sự phù hợp với người dùng đầu tiên.</a:t>
            </a:r>
          </a:p>
          <a:p>
            <a:r>
              <a:t>Nếu bị hỏi vì sao giảm mạnh từ TAM: phần lớn TAM là người cao tuổi đục thủy tinh thể — giải pháp đúng là phẫu thuật, không phải SeeVia.</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06:10 – 06:40 · 30 giây</a:t>
            </a:r>
          </a:p>
          <a:p>
            <a:r>
              <a:t>Để SeeVia có thể phát triển bền vững, chúng em xây dựng mô hình kinh doanh theo ba hướng. Thứ nhất, cung cấp thiết bị tích hợp sẵn dịch vụ AI. Thứ hai, hợp tác với trường học, trung tâm và các tổ chức hỗ trợ người khiếm thị. Thứ ba, kết nối với doanh nghiệp và các chương trình trách nhiệm xã hội để tài trợ thiết bị cho người có nhu cầu.</a:t>
            </a:r>
          </a:p>
          <a:p>
            <a:r>
              <a:t>Bởi với sản phẩm trợ năng, có một đặc điểm rất quan trọng: Người sử dụng không phải lúc nào cũng là người trực tiếp chi trả. Và mô hình kinh doanh của chúng em cần phản ánh đúng thực tế đó.</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06:40 – 07:08 · 28 giây</a:t>
            </a:r>
          </a:p>
          <a:p>
            <a:r>
              <a:t>Nhưng tại sao người dùng cần lựa chọn SeeVia khi thị trường đã có những giải pháp khác?</a:t>
            </a:r>
          </a:p>
          <a:p>
            <a:r>
              <a:t>OrCam và Envision sở hữu nhiều chức năng trợ năng chuyên dụng nhưng đi kèm chi phí cao. Ray-Ban Meta mang lại trải nghiệm kính AI cho người dùng phổ thông, nhưng không tập trung riêng vào người khiếm thị. Trong khi đó, Seeing AI hay Be My Eyes hỗ trợ nhiều tác vụ hữu ích, nhưng vẫn có những giới hạn liên quan đến thao tác và thiết bị sử dụng.</a:t>
            </a:r>
          </a:p>
          <a:p>
            <a:r>
              <a:t>Chúng em không cho rằng những giải pháp hiện tại chưa tốt. Nhưng vẫn còn khoảng trống để cải thiện trải nghiệm. (Chỉ vào vùng nét đứt trên bản đồ.)</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07:08 – 07:36 · 28 giây</a:t>
            </a:r>
          </a:p>
          <a:p>
            <a:r>
              <a:t>Và SeeVia hướng đến khoảng trống ấy. Không phải bằng cách tích hợp càng nhiều tính năng càng tốt. Mà bằng việc tập trung vào ba giá trị:</a:t>
            </a:r>
          </a:p>
          <a:p>
            <a:r>
              <a:t>Ít thao tác hơn, với trải nghiệm ưu tiên giọng nói. Phù hợp hơn, thông qua định hướng bản địa hóa tiếng Việt và các tình huống sinh hoạt tại Việt Nam. Và dễ tiếp cận hơn, thông qua thiết kế phần cứng và mô hình chi phí phù hợp.</a:t>
            </a:r>
          </a:p>
          <a:p>
            <a:r>
              <a:t>Điểm khác biệt chúng em muốn tạo ra không chỉ nằm ở công nghệ. Mà nằm ở cách công nghệ phục vụ người dùng.</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07:36 – 08:06 · 30 giây</a:t>
            </a:r>
          </a:p>
          <a:p>
            <a:r>
              <a:t>Về tài chính, nhóm bắt đầu từ cấu hình phần cứng có chi phí linh kiện dự kiến khoảng 600.000 đồng cho một nguyên mẫu. Ngân sách thử nghiệm ban đầu được xây dựng ở mức khoảng 2,5 triệu đồng.</a:t>
            </a:r>
          </a:p>
          <a:p>
            <a:r>
              <a:t>Đối với thương mại hóa, nhóm đang xem xét các kịch bản giá thiết bị từ 1,5 đến 3,5 triệu đồng, cùng mức phí AI dự kiến khoảng 15.000 đến 20.000 đồng mỗi tháng.</a:t>
            </a:r>
          </a:p>
          <a:p>
            <a:r>
              <a:t>Đây là những giả thuyết, chưa phải giá bán chính thức. Chúng em sẽ tiếp tục kiểm chứng chi phí sản xuất, vận hành và khả năng chi trả trước khi quyết định.</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08:06 – 08:41 · 35 giây</a:t>
            </a:r>
          </a:p>
          <a:p>
            <a:r>
              <a:t>Và đây mới chỉ là điểm bắt đầu. Lộ trình SeeVia gồm ba giai đoạn.</a:t>
            </a:r>
          </a:p>
          <a:p>
            <a:r>
              <a:t>Giai đoạn một, từ cuối năm 2026 đến tháng 9/2027: hoàn thiện nguyên mẫu và triển khai pilot với 10 người dùng, nhằm kiểm chứng tính hữu ích, khả năng sử dụng và nhu cầu thực tế. Giai đoạn hai, từ cuối năm 2027: mở rộng thử nghiệm thông qua các trường học và tổ chức hỗ trợ tại TP.HCM, hướng đến những lô thiết bị đầu tiên. Giai đoạn ba, từ năm thứ ba: từng bước mở rộng kênh phân phối và khả năng tiếp cận trên phạm vi toàn quốc.</a:t>
            </a:r>
          </a:p>
          <a:p>
            <a:r>
              <a:t>Mỗi giai đoạn đều gắn với những điều kiện kiểm chứng cụ thể. Chúng em muốn phát triển dựa trên bằng chứng, không chỉ dựa trên kỳ vọng.</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08:41 – 09:06 · 25 giây</a:t>
            </a:r>
          </a:p>
          <a:p>
            <a:r>
              <a:t>Nhưng chúng em hiểu rằng công nghệ mới không thể tạo dựng niềm tin chỉ bằng những lời giới thiệu. Vì vậy, SeeVia hướng đến những chương trình trải nghiệm thực tế cùng cộng đồng người khiếm thị.</a:t>
            </a:r>
          </a:p>
          <a:p>
            <a:r>
              <a:t>Với nguồn lực hiện tại, mục tiêu ban đầu là khoảng 40 lượt trải nghiệm, và hướng đến 100 lượt khi có thêm thiết bị và nguồn lực.</a:t>
            </a:r>
          </a:p>
          <a:p>
            <a:r>
              <a:t>Mỗi buổi trải nghiệm không chỉ để giới thiệu sản phẩm. Mà để lắng nghe, cải thiện và xác định liệu người dùng có thực sự muốn tiếp tục sử dụng SeeVia hay không.</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09:06 – 09:28 · 22 giây</a:t>
            </a:r>
          </a:p>
          <a:p>
            <a:r>
              <a:t>Đứng sau SeeVia là nhóm sinh viên với những năng lực bổ trợ nhau trong phát triển AI, phần cứng, hệ thống và nghiên cứu trải nghiệm người dùng.</a:t>
            </a:r>
          </a:p>
          <a:p>
            <a:r>
              <a:t>Chúng em hiểu rằng một sản phẩm trợ năng cần nhiều hơn một ý tưởng công nghệ. Nó cần sự kết hợp giữa nghiên cứu, kỹ thuật, thiết kế và sự thấu hiểu con người. Và đó cũng chính là cách chúng em đang từng bước xây dựng SeeVia.</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09:28 – 10:00 · 32 giây</a:t>
            </a:r>
          </a:p>
          <a:p>
            <a:r>
              <a:t>Quay trở lại câu hỏi ban đầu: “Ước mơ của bạn là gì?”</a:t>
            </a:r>
          </a:p>
          <a:p>
            <a:r>
              <a:t>Có thể một người khiếm thị không thể nhìn thế giới theo cách chúng ta nhìn. Nhưng điều đó không có nghĩa là họ phải sống với ít lựa chọn hơn. Chúng em không kỳ vọng SeeVia có thể xóa bỏ mọi giới hạn. Nhưng nếu công nghệ có thể giúp một người tự đọc một trang sách, tự tìm một món đồ, hay tự thực hiện thêm một điều nhỏ trong cuộc sống... Thì đó đã là một bước tiến có ý nghĩa.</a:t>
            </a:r>
          </a:p>
          <a:p>
            <a:r>
              <a:t>Bởi sau cùng, công nghệ chỉ thực sự có giá trị khi giúp con người sống chủ động hơn. Và đó chính là điều SeeVia hướng đến. Xin trân trọng cảm ơn Ban Giám khảo và tất cả mọi người đã lắng nghe.</a:t>
            </a:r>
          </a:p>
          <a:p>
            <a:r>
              <a:t>Dòng chấm dưới logo là chữ "SeeVia" viết bằng chữ nổi Braille. Phụ lục phía sau dùng khi vấn đáp.</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10/20/2026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10/20/2026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10/20/2026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10/20/2026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jp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 Id="rId9" Type="http://schemas.openxmlformats.org/officeDocument/2006/relationships/image" Target="../media/image7.png"/></Relationships>
</file>

<file path=ppt/slides/_rels/slide2.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8.jpg"/><Relationship Id="rId7" Type="http://schemas.openxmlformats.org/officeDocument/2006/relationships/image" Target="../media/image12.pn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 Id="rId9" Type="http://schemas.openxmlformats.org/officeDocument/2006/relationships/image" Target="../media/image14.png"/></Relationships>
</file>

<file path=ppt/slides/_rels/slide3.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15.jpg"/><Relationship Id="rId7" Type="http://schemas.openxmlformats.org/officeDocument/2006/relationships/image" Target="../media/image19.pn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 Id="rId9" Type="http://schemas.openxmlformats.org/officeDocument/2006/relationships/image" Target="../media/image21.png"/></Relationships>
</file>

<file path=ppt/slides/_rels/slide4.xml.rels><?xml version="1.0" encoding="UTF-8" standalone="yes"?>
<Relationships xmlns="http://schemas.openxmlformats.org/package/2006/relationships"><Relationship Id="rId3" Type="http://schemas.openxmlformats.org/officeDocument/2006/relationships/image" Target="../media/image22.jp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23.png"/></Relationships>
</file>

<file path=ppt/slides/_rels/slide5.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24.jpg"/><Relationship Id="rId7" Type="http://schemas.openxmlformats.org/officeDocument/2006/relationships/image" Target="../media/image28.png"/><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s>
</file>

<file path=ppt/slides/_rels/slide6.xml.rels><?xml version="1.0" encoding="UTF-8" standalone="yes"?>
<Relationships xmlns="http://schemas.openxmlformats.org/package/2006/relationships"><Relationship Id="rId3" Type="http://schemas.openxmlformats.org/officeDocument/2006/relationships/image" Target="../media/image30.jpg"/><Relationship Id="rId7" Type="http://schemas.openxmlformats.org/officeDocument/2006/relationships/image" Target="../media/image34.pn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image" Target="../media/image31.png"/></Relationships>
</file>

<file path=ppt/slides/_rels/slide7.xml.rels><?xml version="1.0" encoding="UTF-8" standalone="yes"?>
<Relationships xmlns="http://schemas.openxmlformats.org/package/2006/relationships"><Relationship Id="rId8" Type="http://schemas.openxmlformats.org/officeDocument/2006/relationships/image" Target="../media/image40.png"/><Relationship Id="rId13" Type="http://schemas.openxmlformats.org/officeDocument/2006/relationships/image" Target="../media/image45.png"/><Relationship Id="rId3" Type="http://schemas.openxmlformats.org/officeDocument/2006/relationships/image" Target="../media/image35.jpg"/><Relationship Id="rId7" Type="http://schemas.openxmlformats.org/officeDocument/2006/relationships/image" Target="../media/image39.png"/><Relationship Id="rId12" Type="http://schemas.openxmlformats.org/officeDocument/2006/relationships/image" Target="../media/image44.png"/><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image" Target="../media/image38.png"/><Relationship Id="rId11" Type="http://schemas.openxmlformats.org/officeDocument/2006/relationships/image" Target="../media/image43.png"/><Relationship Id="rId5" Type="http://schemas.openxmlformats.org/officeDocument/2006/relationships/image" Target="../media/image37.png"/><Relationship Id="rId10" Type="http://schemas.openxmlformats.org/officeDocument/2006/relationships/image" Target="../media/image42.png"/><Relationship Id="rId4" Type="http://schemas.openxmlformats.org/officeDocument/2006/relationships/image" Target="../media/image36.png"/><Relationship Id="rId9" Type="http://schemas.openxmlformats.org/officeDocument/2006/relationships/image" Target="../media/image41.png"/><Relationship Id="rId14" Type="http://schemas.openxmlformats.org/officeDocument/2006/relationships/image" Target="../media/image46.png"/></Relationships>
</file>

<file path=ppt/slides/_rels/slide8.xml.rels><?xml version="1.0" encoding="UTF-8" standalone="yes"?>
<Relationships xmlns="http://schemas.openxmlformats.org/package/2006/relationships"><Relationship Id="rId8" Type="http://schemas.openxmlformats.org/officeDocument/2006/relationships/image" Target="../media/image52.png"/><Relationship Id="rId3" Type="http://schemas.openxmlformats.org/officeDocument/2006/relationships/image" Target="../media/image47.jpg"/><Relationship Id="rId7" Type="http://schemas.openxmlformats.org/officeDocument/2006/relationships/image" Target="../media/image51.png"/><Relationship Id="rId2" Type="http://schemas.openxmlformats.org/officeDocument/2006/relationships/notesSlide" Target="../notesSlides/notesSlide8.xml"/><Relationship Id="rId1" Type="http://schemas.openxmlformats.org/officeDocument/2006/relationships/slideLayout" Target="../slideLayouts/slideLayout7.xml"/><Relationship Id="rId6" Type="http://schemas.openxmlformats.org/officeDocument/2006/relationships/image" Target="../media/image50.png"/><Relationship Id="rId5" Type="http://schemas.openxmlformats.org/officeDocument/2006/relationships/image" Target="../media/image49.png"/><Relationship Id="rId4" Type="http://schemas.openxmlformats.org/officeDocument/2006/relationships/image" Target="../media/image48.png"/></Relationships>
</file>

<file path=ppt/slides/_rels/slide9.xml.rels><?xml version="1.0" encoding="UTF-8" standalone="yes"?>
<Relationships xmlns="http://schemas.openxmlformats.org/package/2006/relationships"><Relationship Id="rId8" Type="http://schemas.openxmlformats.org/officeDocument/2006/relationships/image" Target="../media/image58.png"/><Relationship Id="rId3" Type="http://schemas.openxmlformats.org/officeDocument/2006/relationships/image" Target="../media/image53.jpg"/><Relationship Id="rId7" Type="http://schemas.openxmlformats.org/officeDocument/2006/relationships/image" Target="../media/image57.png"/><Relationship Id="rId2" Type="http://schemas.openxmlformats.org/officeDocument/2006/relationships/notesSlide" Target="../notesSlides/notesSlide9.xml"/><Relationship Id="rId1" Type="http://schemas.openxmlformats.org/officeDocument/2006/relationships/slideLayout" Target="../slideLayouts/slideLayout7.xml"/><Relationship Id="rId6" Type="http://schemas.openxmlformats.org/officeDocument/2006/relationships/image" Target="../media/image56.png"/><Relationship Id="rId5" Type="http://schemas.openxmlformats.org/officeDocument/2006/relationships/image" Target="../media/image55.png"/><Relationship Id="rId4" Type="http://schemas.openxmlformats.org/officeDocument/2006/relationships/image" Target="../media/image54.png"/></Relationships>
</file>

<file path=ppt/slides/_rels/slide10.xml.rels><?xml version="1.0" encoding="UTF-8" standalone="yes"?>
<Relationships xmlns="http://schemas.openxmlformats.org/package/2006/relationships"><Relationship Id="rId8" Type="http://schemas.openxmlformats.org/officeDocument/2006/relationships/image" Target="../media/image64.png"/><Relationship Id="rId3" Type="http://schemas.openxmlformats.org/officeDocument/2006/relationships/image" Target="../media/image59.jpg"/><Relationship Id="rId7" Type="http://schemas.openxmlformats.org/officeDocument/2006/relationships/image" Target="../media/image63.png"/><Relationship Id="rId2" Type="http://schemas.openxmlformats.org/officeDocument/2006/relationships/notesSlide" Target="../notesSlides/notesSlide10.xml"/><Relationship Id="rId1" Type="http://schemas.openxmlformats.org/officeDocument/2006/relationships/slideLayout" Target="../slideLayouts/slideLayout7.xml"/><Relationship Id="rId6" Type="http://schemas.openxmlformats.org/officeDocument/2006/relationships/image" Target="../media/image62.png"/><Relationship Id="rId5" Type="http://schemas.openxmlformats.org/officeDocument/2006/relationships/image" Target="../media/image61.png"/><Relationship Id="rId10" Type="http://schemas.openxmlformats.org/officeDocument/2006/relationships/image" Target="../media/image66.png"/><Relationship Id="rId4" Type="http://schemas.openxmlformats.org/officeDocument/2006/relationships/image" Target="../media/image60.png"/><Relationship Id="rId9" Type="http://schemas.openxmlformats.org/officeDocument/2006/relationships/image" Target="../media/image65.png"/></Relationships>
</file>

<file path=ppt/slides/_rels/slide11.xml.rels><?xml version="1.0" encoding="UTF-8" standalone="yes"?>
<Relationships xmlns="http://schemas.openxmlformats.org/package/2006/relationships"><Relationship Id="rId3" Type="http://schemas.openxmlformats.org/officeDocument/2006/relationships/image" Target="../media/image67.jpg"/><Relationship Id="rId7" Type="http://schemas.openxmlformats.org/officeDocument/2006/relationships/image" Target="../media/image71.png"/><Relationship Id="rId2" Type="http://schemas.openxmlformats.org/officeDocument/2006/relationships/notesSlide" Target="../notesSlides/notesSlide11.xml"/><Relationship Id="rId1" Type="http://schemas.openxmlformats.org/officeDocument/2006/relationships/slideLayout" Target="../slideLayouts/slideLayout7.xml"/><Relationship Id="rId6" Type="http://schemas.openxmlformats.org/officeDocument/2006/relationships/image" Target="../media/image70.png"/><Relationship Id="rId5" Type="http://schemas.openxmlformats.org/officeDocument/2006/relationships/image" Target="../media/image69.png"/><Relationship Id="rId4" Type="http://schemas.openxmlformats.org/officeDocument/2006/relationships/image" Target="../media/image68.png"/></Relationships>
</file>

<file path=ppt/slides/_rels/slide12.xml.rels><?xml version="1.0" encoding="UTF-8" standalone="yes"?>
<Relationships xmlns="http://schemas.openxmlformats.org/package/2006/relationships"><Relationship Id="rId8" Type="http://schemas.openxmlformats.org/officeDocument/2006/relationships/image" Target="../media/image77.png"/><Relationship Id="rId3" Type="http://schemas.openxmlformats.org/officeDocument/2006/relationships/image" Target="../media/image72.jpg"/><Relationship Id="rId7" Type="http://schemas.openxmlformats.org/officeDocument/2006/relationships/image" Target="../media/image76.png"/><Relationship Id="rId2" Type="http://schemas.openxmlformats.org/officeDocument/2006/relationships/notesSlide" Target="../notesSlides/notesSlide12.xml"/><Relationship Id="rId1" Type="http://schemas.openxmlformats.org/officeDocument/2006/relationships/slideLayout" Target="../slideLayouts/slideLayout7.xml"/><Relationship Id="rId6" Type="http://schemas.openxmlformats.org/officeDocument/2006/relationships/image" Target="../media/image75.png"/><Relationship Id="rId5" Type="http://schemas.openxmlformats.org/officeDocument/2006/relationships/image" Target="../media/image74.png"/><Relationship Id="rId4" Type="http://schemas.openxmlformats.org/officeDocument/2006/relationships/image" Target="../media/image73.png"/></Relationships>
</file>

<file path=ppt/slides/_rels/slide13.xml.rels><?xml version="1.0" encoding="UTF-8" standalone="yes"?>
<Relationships xmlns="http://schemas.openxmlformats.org/package/2006/relationships"><Relationship Id="rId8" Type="http://schemas.openxmlformats.org/officeDocument/2006/relationships/image" Target="../media/image83.png"/><Relationship Id="rId3" Type="http://schemas.openxmlformats.org/officeDocument/2006/relationships/image" Target="../media/image78.jpg"/><Relationship Id="rId7" Type="http://schemas.openxmlformats.org/officeDocument/2006/relationships/image" Target="../media/image82.png"/><Relationship Id="rId2" Type="http://schemas.openxmlformats.org/officeDocument/2006/relationships/notesSlide" Target="../notesSlides/notesSlide13.xml"/><Relationship Id="rId1" Type="http://schemas.openxmlformats.org/officeDocument/2006/relationships/slideLayout" Target="../slideLayouts/slideLayout7.xml"/><Relationship Id="rId6" Type="http://schemas.openxmlformats.org/officeDocument/2006/relationships/image" Target="../media/image81.png"/><Relationship Id="rId5" Type="http://schemas.openxmlformats.org/officeDocument/2006/relationships/image" Target="../media/image80.png"/><Relationship Id="rId4" Type="http://schemas.openxmlformats.org/officeDocument/2006/relationships/image" Target="../media/image79.png"/><Relationship Id="rId9" Type="http://schemas.openxmlformats.org/officeDocument/2006/relationships/image" Target="../media/image84.png"/></Relationships>
</file>

<file path=ppt/slides/_rels/slide14.xml.rels><?xml version="1.0" encoding="UTF-8" standalone="yes"?>
<Relationships xmlns="http://schemas.openxmlformats.org/package/2006/relationships"><Relationship Id="rId8" Type="http://schemas.openxmlformats.org/officeDocument/2006/relationships/image" Target="../media/image90.png"/><Relationship Id="rId13" Type="http://schemas.openxmlformats.org/officeDocument/2006/relationships/image" Target="../media/image95.png"/><Relationship Id="rId3" Type="http://schemas.openxmlformats.org/officeDocument/2006/relationships/image" Target="../media/image85.jpg"/><Relationship Id="rId7" Type="http://schemas.openxmlformats.org/officeDocument/2006/relationships/image" Target="../media/image89.png"/><Relationship Id="rId12" Type="http://schemas.openxmlformats.org/officeDocument/2006/relationships/image" Target="../media/image94.png"/><Relationship Id="rId2" Type="http://schemas.openxmlformats.org/officeDocument/2006/relationships/notesSlide" Target="../notesSlides/notesSlide14.xml"/><Relationship Id="rId1" Type="http://schemas.openxmlformats.org/officeDocument/2006/relationships/slideLayout" Target="../slideLayouts/slideLayout7.xml"/><Relationship Id="rId6" Type="http://schemas.openxmlformats.org/officeDocument/2006/relationships/image" Target="../media/image88.png"/><Relationship Id="rId11" Type="http://schemas.openxmlformats.org/officeDocument/2006/relationships/image" Target="../media/image93.png"/><Relationship Id="rId5" Type="http://schemas.openxmlformats.org/officeDocument/2006/relationships/image" Target="../media/image87.png"/><Relationship Id="rId15" Type="http://schemas.openxmlformats.org/officeDocument/2006/relationships/image" Target="../media/image97.png"/><Relationship Id="rId10" Type="http://schemas.openxmlformats.org/officeDocument/2006/relationships/image" Target="../media/image92.png"/><Relationship Id="rId4" Type="http://schemas.openxmlformats.org/officeDocument/2006/relationships/image" Target="../media/image86.png"/><Relationship Id="rId9" Type="http://schemas.openxmlformats.org/officeDocument/2006/relationships/image" Target="../media/image91.png"/><Relationship Id="rId14" Type="http://schemas.openxmlformats.org/officeDocument/2006/relationships/image" Target="../media/image96.png"/></Relationships>
</file>

<file path=ppt/slides/_rels/slide15.xml.rels><?xml version="1.0" encoding="UTF-8" standalone="yes"?>
<Relationships xmlns="http://schemas.openxmlformats.org/package/2006/relationships"><Relationship Id="rId8" Type="http://schemas.openxmlformats.org/officeDocument/2006/relationships/image" Target="../media/image103.png"/><Relationship Id="rId13" Type="http://schemas.openxmlformats.org/officeDocument/2006/relationships/image" Target="../media/image108.png"/><Relationship Id="rId3" Type="http://schemas.openxmlformats.org/officeDocument/2006/relationships/image" Target="../media/image98.jpg"/><Relationship Id="rId7" Type="http://schemas.openxmlformats.org/officeDocument/2006/relationships/image" Target="../media/image102.png"/><Relationship Id="rId12" Type="http://schemas.openxmlformats.org/officeDocument/2006/relationships/image" Target="../media/image107.png"/><Relationship Id="rId17" Type="http://schemas.openxmlformats.org/officeDocument/2006/relationships/image" Target="../media/image112.png"/><Relationship Id="rId2" Type="http://schemas.openxmlformats.org/officeDocument/2006/relationships/notesSlide" Target="../notesSlides/notesSlide15.xml"/><Relationship Id="rId16" Type="http://schemas.openxmlformats.org/officeDocument/2006/relationships/image" Target="../media/image111.png"/><Relationship Id="rId1" Type="http://schemas.openxmlformats.org/officeDocument/2006/relationships/slideLayout" Target="../slideLayouts/slideLayout7.xml"/><Relationship Id="rId6" Type="http://schemas.openxmlformats.org/officeDocument/2006/relationships/image" Target="../media/image101.png"/><Relationship Id="rId11" Type="http://schemas.openxmlformats.org/officeDocument/2006/relationships/image" Target="../media/image106.png"/><Relationship Id="rId5" Type="http://schemas.openxmlformats.org/officeDocument/2006/relationships/image" Target="../media/image100.png"/><Relationship Id="rId15" Type="http://schemas.openxmlformats.org/officeDocument/2006/relationships/image" Target="../media/image110.png"/><Relationship Id="rId10" Type="http://schemas.openxmlformats.org/officeDocument/2006/relationships/image" Target="../media/image105.png"/><Relationship Id="rId4" Type="http://schemas.openxmlformats.org/officeDocument/2006/relationships/image" Target="../media/image99.png"/><Relationship Id="rId9" Type="http://schemas.openxmlformats.org/officeDocument/2006/relationships/image" Target="../media/image104.png"/><Relationship Id="rId14" Type="http://schemas.openxmlformats.org/officeDocument/2006/relationships/image" Target="../media/image109.png"/></Relationships>
</file>

<file path=ppt/slides/_rels/slide16.xml.rels><?xml version="1.0" encoding="UTF-8" standalone="yes"?>
<Relationships xmlns="http://schemas.openxmlformats.org/package/2006/relationships"><Relationship Id="rId8" Type="http://schemas.openxmlformats.org/officeDocument/2006/relationships/image" Target="../media/image118.png"/><Relationship Id="rId3" Type="http://schemas.openxmlformats.org/officeDocument/2006/relationships/image" Target="../media/image113.jpg"/><Relationship Id="rId7" Type="http://schemas.openxmlformats.org/officeDocument/2006/relationships/image" Target="../media/image117.png"/><Relationship Id="rId2" Type="http://schemas.openxmlformats.org/officeDocument/2006/relationships/notesSlide" Target="../notesSlides/notesSlide16.xml"/><Relationship Id="rId1" Type="http://schemas.openxmlformats.org/officeDocument/2006/relationships/slideLayout" Target="../slideLayouts/slideLayout7.xml"/><Relationship Id="rId6" Type="http://schemas.openxmlformats.org/officeDocument/2006/relationships/image" Target="../media/image116.png"/><Relationship Id="rId11" Type="http://schemas.openxmlformats.org/officeDocument/2006/relationships/image" Target="../media/image121.png"/><Relationship Id="rId5" Type="http://schemas.openxmlformats.org/officeDocument/2006/relationships/image" Target="../media/image115.png"/><Relationship Id="rId10" Type="http://schemas.openxmlformats.org/officeDocument/2006/relationships/image" Target="../media/image120.png"/><Relationship Id="rId4" Type="http://schemas.openxmlformats.org/officeDocument/2006/relationships/image" Target="../media/image114.png"/><Relationship Id="rId9" Type="http://schemas.openxmlformats.org/officeDocument/2006/relationships/image" Target="../media/image119.png"/></Relationships>
</file>

<file path=ppt/slides/_rels/slide17.xml.rels><?xml version="1.0" encoding="UTF-8" standalone="yes"?>
<Relationships xmlns="http://schemas.openxmlformats.org/package/2006/relationships"><Relationship Id="rId8" Type="http://schemas.openxmlformats.org/officeDocument/2006/relationships/image" Target="../media/image127.png"/><Relationship Id="rId13" Type="http://schemas.openxmlformats.org/officeDocument/2006/relationships/image" Target="../media/image132.png"/><Relationship Id="rId3" Type="http://schemas.openxmlformats.org/officeDocument/2006/relationships/image" Target="../media/image122.jpg"/><Relationship Id="rId7" Type="http://schemas.openxmlformats.org/officeDocument/2006/relationships/image" Target="../media/image126.png"/><Relationship Id="rId12" Type="http://schemas.openxmlformats.org/officeDocument/2006/relationships/image" Target="../media/image131.png"/><Relationship Id="rId2" Type="http://schemas.openxmlformats.org/officeDocument/2006/relationships/notesSlide" Target="../notesSlides/notesSlide17.xml"/><Relationship Id="rId1" Type="http://schemas.openxmlformats.org/officeDocument/2006/relationships/slideLayout" Target="../slideLayouts/slideLayout7.xml"/><Relationship Id="rId6" Type="http://schemas.openxmlformats.org/officeDocument/2006/relationships/image" Target="../media/image125.png"/><Relationship Id="rId11" Type="http://schemas.openxmlformats.org/officeDocument/2006/relationships/image" Target="../media/image130.png"/><Relationship Id="rId5" Type="http://schemas.openxmlformats.org/officeDocument/2006/relationships/image" Target="../media/image124.png"/><Relationship Id="rId15" Type="http://schemas.openxmlformats.org/officeDocument/2006/relationships/image" Target="../media/image134.png"/><Relationship Id="rId10" Type="http://schemas.openxmlformats.org/officeDocument/2006/relationships/image" Target="../media/image129.png"/><Relationship Id="rId4" Type="http://schemas.openxmlformats.org/officeDocument/2006/relationships/image" Target="../media/image123.png"/><Relationship Id="rId9" Type="http://schemas.openxmlformats.org/officeDocument/2006/relationships/image" Target="../media/image128.png"/><Relationship Id="rId14" Type="http://schemas.openxmlformats.org/officeDocument/2006/relationships/image" Target="../media/image133.png"/></Relationships>
</file>

<file path=ppt/slides/_rels/slide18.xml.rels><?xml version="1.0" encoding="UTF-8" standalone="yes"?>
<Relationships xmlns="http://schemas.openxmlformats.org/package/2006/relationships"><Relationship Id="rId8" Type="http://schemas.openxmlformats.org/officeDocument/2006/relationships/image" Target="../media/image140.png"/><Relationship Id="rId3" Type="http://schemas.openxmlformats.org/officeDocument/2006/relationships/image" Target="../media/image135.jpg"/><Relationship Id="rId7" Type="http://schemas.openxmlformats.org/officeDocument/2006/relationships/image" Target="../media/image139.png"/><Relationship Id="rId2" Type="http://schemas.openxmlformats.org/officeDocument/2006/relationships/notesSlide" Target="../notesSlides/notesSlide18.xml"/><Relationship Id="rId1" Type="http://schemas.openxmlformats.org/officeDocument/2006/relationships/slideLayout" Target="../slideLayouts/slideLayout7.xml"/><Relationship Id="rId6" Type="http://schemas.openxmlformats.org/officeDocument/2006/relationships/image" Target="../media/image138.png"/><Relationship Id="rId5" Type="http://schemas.openxmlformats.org/officeDocument/2006/relationships/image" Target="../media/image137.png"/><Relationship Id="rId4" Type="http://schemas.openxmlformats.org/officeDocument/2006/relationships/image" Target="../media/image136.png"/></Relationships>
</file>

<file path=ppt/slides/_rels/slide19.xml.rels><?xml version="1.0" encoding="UTF-8" standalone="yes"?>
<Relationships xmlns="http://schemas.openxmlformats.org/package/2006/relationships"><Relationship Id="rId8" Type="http://schemas.openxmlformats.org/officeDocument/2006/relationships/image" Target="../media/image146.png"/><Relationship Id="rId13" Type="http://schemas.openxmlformats.org/officeDocument/2006/relationships/image" Target="../media/image151.png"/><Relationship Id="rId3" Type="http://schemas.openxmlformats.org/officeDocument/2006/relationships/image" Target="../media/image141.jpg"/><Relationship Id="rId7" Type="http://schemas.openxmlformats.org/officeDocument/2006/relationships/image" Target="../media/image145.png"/><Relationship Id="rId12" Type="http://schemas.openxmlformats.org/officeDocument/2006/relationships/image" Target="../media/image150.png"/><Relationship Id="rId2" Type="http://schemas.openxmlformats.org/officeDocument/2006/relationships/notesSlide" Target="../notesSlides/notesSlide19.xml"/><Relationship Id="rId1" Type="http://schemas.openxmlformats.org/officeDocument/2006/relationships/slideLayout" Target="../slideLayouts/slideLayout7.xml"/><Relationship Id="rId6" Type="http://schemas.openxmlformats.org/officeDocument/2006/relationships/image" Target="../media/image144.png"/><Relationship Id="rId11" Type="http://schemas.openxmlformats.org/officeDocument/2006/relationships/image" Target="../media/image149.png"/><Relationship Id="rId5" Type="http://schemas.openxmlformats.org/officeDocument/2006/relationships/image" Target="../media/image143.png"/><Relationship Id="rId15" Type="http://schemas.openxmlformats.org/officeDocument/2006/relationships/image" Target="../media/image153.png"/><Relationship Id="rId10" Type="http://schemas.openxmlformats.org/officeDocument/2006/relationships/image" Target="../media/image148.png"/><Relationship Id="rId4" Type="http://schemas.openxmlformats.org/officeDocument/2006/relationships/image" Target="../media/image142.png"/><Relationship Id="rId9" Type="http://schemas.openxmlformats.org/officeDocument/2006/relationships/image" Target="../media/image147.png"/><Relationship Id="rId14" Type="http://schemas.openxmlformats.org/officeDocument/2006/relationships/image" Target="../media/image152.png"/></Relationships>
</file>

<file path=ppt/slides/_rels/slide20.xml.rels><?xml version="1.0" encoding="UTF-8" standalone="yes"?>
<Relationships xmlns="http://schemas.openxmlformats.org/package/2006/relationships"><Relationship Id="rId8" Type="http://schemas.openxmlformats.org/officeDocument/2006/relationships/image" Target="../media/image159.png"/><Relationship Id="rId3" Type="http://schemas.openxmlformats.org/officeDocument/2006/relationships/image" Target="../media/image154.jpg"/><Relationship Id="rId7" Type="http://schemas.openxmlformats.org/officeDocument/2006/relationships/image" Target="../media/image158.png"/><Relationship Id="rId2" Type="http://schemas.openxmlformats.org/officeDocument/2006/relationships/notesSlide" Target="../notesSlides/notesSlide20.xml"/><Relationship Id="rId1" Type="http://schemas.openxmlformats.org/officeDocument/2006/relationships/slideLayout" Target="../slideLayouts/slideLayout7.xml"/><Relationship Id="rId6" Type="http://schemas.openxmlformats.org/officeDocument/2006/relationships/image" Target="../media/image157.png"/><Relationship Id="rId5" Type="http://schemas.openxmlformats.org/officeDocument/2006/relationships/image" Target="../media/image156.png"/><Relationship Id="rId4" Type="http://schemas.openxmlformats.org/officeDocument/2006/relationships/image" Target="../media/image155.png"/></Relationships>
</file>

<file path=ppt/slides/_rels/slide21.xml.rels><?xml version="1.0" encoding="UTF-8" standalone="yes"?>
<Relationships xmlns="http://schemas.openxmlformats.org/package/2006/relationships"><Relationship Id="rId8" Type="http://schemas.openxmlformats.org/officeDocument/2006/relationships/image" Target="../media/image165.png"/><Relationship Id="rId13" Type="http://schemas.openxmlformats.org/officeDocument/2006/relationships/image" Target="../media/image170.png"/><Relationship Id="rId18" Type="http://schemas.openxmlformats.org/officeDocument/2006/relationships/image" Target="../media/image175.png"/><Relationship Id="rId3" Type="http://schemas.openxmlformats.org/officeDocument/2006/relationships/image" Target="../media/image160.jpg"/><Relationship Id="rId7" Type="http://schemas.openxmlformats.org/officeDocument/2006/relationships/image" Target="../media/image164.png"/><Relationship Id="rId12" Type="http://schemas.openxmlformats.org/officeDocument/2006/relationships/image" Target="../media/image169.png"/><Relationship Id="rId17" Type="http://schemas.openxmlformats.org/officeDocument/2006/relationships/image" Target="../media/image174.png"/><Relationship Id="rId2" Type="http://schemas.openxmlformats.org/officeDocument/2006/relationships/notesSlide" Target="../notesSlides/notesSlide21.xml"/><Relationship Id="rId16" Type="http://schemas.openxmlformats.org/officeDocument/2006/relationships/image" Target="../media/image173.png"/><Relationship Id="rId1" Type="http://schemas.openxmlformats.org/officeDocument/2006/relationships/slideLayout" Target="../slideLayouts/slideLayout7.xml"/><Relationship Id="rId6" Type="http://schemas.openxmlformats.org/officeDocument/2006/relationships/image" Target="../media/image163.png"/><Relationship Id="rId11" Type="http://schemas.openxmlformats.org/officeDocument/2006/relationships/image" Target="../media/image168.png"/><Relationship Id="rId5" Type="http://schemas.openxmlformats.org/officeDocument/2006/relationships/image" Target="../media/image162.png"/><Relationship Id="rId15" Type="http://schemas.openxmlformats.org/officeDocument/2006/relationships/image" Target="../media/image172.png"/><Relationship Id="rId10" Type="http://schemas.openxmlformats.org/officeDocument/2006/relationships/image" Target="../media/image167.png"/><Relationship Id="rId19" Type="http://schemas.openxmlformats.org/officeDocument/2006/relationships/image" Target="../media/image176.png"/><Relationship Id="rId4" Type="http://schemas.openxmlformats.org/officeDocument/2006/relationships/image" Target="../media/image161.png"/><Relationship Id="rId9" Type="http://schemas.openxmlformats.org/officeDocument/2006/relationships/image" Target="../media/image166.png"/><Relationship Id="rId14" Type="http://schemas.openxmlformats.org/officeDocument/2006/relationships/image" Target="../media/image171.png"/></Relationships>
</file>

<file path=ppt/slides/_rels/slide22.xml.rels><?xml version="1.0" encoding="UTF-8" standalone="yes"?>
<Relationships xmlns="http://schemas.openxmlformats.org/package/2006/relationships"><Relationship Id="rId8" Type="http://schemas.openxmlformats.org/officeDocument/2006/relationships/image" Target="../media/image182.png"/><Relationship Id="rId3" Type="http://schemas.openxmlformats.org/officeDocument/2006/relationships/image" Target="../media/image177.jpg"/><Relationship Id="rId7" Type="http://schemas.openxmlformats.org/officeDocument/2006/relationships/image" Target="../media/image181.png"/><Relationship Id="rId2" Type="http://schemas.openxmlformats.org/officeDocument/2006/relationships/notesSlide" Target="../notesSlides/notesSlide22.xml"/><Relationship Id="rId1" Type="http://schemas.openxmlformats.org/officeDocument/2006/relationships/slideLayout" Target="../slideLayouts/slideLayout7.xml"/><Relationship Id="rId6" Type="http://schemas.openxmlformats.org/officeDocument/2006/relationships/image" Target="../media/image180.png"/><Relationship Id="rId5" Type="http://schemas.openxmlformats.org/officeDocument/2006/relationships/image" Target="../media/image179.png"/><Relationship Id="rId10" Type="http://schemas.openxmlformats.org/officeDocument/2006/relationships/image" Target="../media/image184.png"/><Relationship Id="rId4" Type="http://schemas.openxmlformats.org/officeDocument/2006/relationships/image" Target="../media/image178.png"/><Relationship Id="rId9" Type="http://schemas.openxmlformats.org/officeDocument/2006/relationships/image" Target="../media/image183.png"/></Relationships>
</file>

<file path=ppt/slides/_rels/slide23.xml.rels><?xml version="1.0" encoding="UTF-8" standalone="yes"?>
<Relationships xmlns="http://schemas.openxmlformats.org/package/2006/relationships"><Relationship Id="rId8" Type="http://schemas.openxmlformats.org/officeDocument/2006/relationships/image" Target="../media/image190.png"/><Relationship Id="rId3" Type="http://schemas.openxmlformats.org/officeDocument/2006/relationships/image" Target="../media/image185.jpg"/><Relationship Id="rId7" Type="http://schemas.openxmlformats.org/officeDocument/2006/relationships/image" Target="../media/image189.png"/><Relationship Id="rId2" Type="http://schemas.openxmlformats.org/officeDocument/2006/relationships/notesSlide" Target="../notesSlides/notesSlide23.xml"/><Relationship Id="rId1" Type="http://schemas.openxmlformats.org/officeDocument/2006/relationships/slideLayout" Target="../slideLayouts/slideLayout7.xml"/><Relationship Id="rId6" Type="http://schemas.openxmlformats.org/officeDocument/2006/relationships/image" Target="../media/image188.png"/><Relationship Id="rId5" Type="http://schemas.openxmlformats.org/officeDocument/2006/relationships/image" Target="../media/image187.png"/><Relationship Id="rId10" Type="http://schemas.openxmlformats.org/officeDocument/2006/relationships/image" Target="../media/image192.png"/><Relationship Id="rId4" Type="http://schemas.openxmlformats.org/officeDocument/2006/relationships/image" Target="../media/image186.png"/><Relationship Id="rId9" Type="http://schemas.openxmlformats.org/officeDocument/2006/relationships/image" Target="../media/image191.png"/></Relationships>
</file>

<file path=ppt/slides/_rels/slide24.xml.rels><?xml version="1.0" encoding="UTF-8" standalone="yes"?>
<Relationships xmlns="http://schemas.openxmlformats.org/package/2006/relationships"><Relationship Id="rId3" Type="http://schemas.openxmlformats.org/officeDocument/2006/relationships/image" Target="../media/image194.png"/><Relationship Id="rId2" Type="http://schemas.openxmlformats.org/officeDocument/2006/relationships/image" Target="../media/image193.jpg"/><Relationship Id="rId1" Type="http://schemas.openxmlformats.org/officeDocument/2006/relationships/slideLayout" Target="../slideLayouts/slideLayout7.xml"/><Relationship Id="rId5" Type="http://schemas.openxmlformats.org/officeDocument/2006/relationships/image" Target="../media/image196.png"/><Relationship Id="rId4" Type="http://schemas.openxmlformats.org/officeDocument/2006/relationships/image" Target="../media/image195.png"/></Relationships>
</file>

<file path=ppt/slides/_rels/slide25.xml.rels><?xml version="1.0" encoding="UTF-8" standalone="yes"?>
<Relationships xmlns="http://schemas.openxmlformats.org/package/2006/relationships"><Relationship Id="rId3" Type="http://schemas.openxmlformats.org/officeDocument/2006/relationships/image" Target="../media/image198.png"/><Relationship Id="rId2" Type="http://schemas.openxmlformats.org/officeDocument/2006/relationships/image" Target="../media/image197.jpg"/><Relationship Id="rId1" Type="http://schemas.openxmlformats.org/officeDocument/2006/relationships/slideLayout" Target="../slideLayouts/slideLayout7.xml"/><Relationship Id="rId5" Type="http://schemas.openxmlformats.org/officeDocument/2006/relationships/image" Target="../media/image200.png"/><Relationship Id="rId4" Type="http://schemas.openxmlformats.org/officeDocument/2006/relationships/image" Target="../media/image199.png"/></Relationships>
</file>

<file path=ppt/slides/_rels/slide26.xml.rels><?xml version="1.0" encoding="UTF-8" standalone="yes"?>
<Relationships xmlns="http://schemas.openxmlformats.org/package/2006/relationships"><Relationship Id="rId3" Type="http://schemas.openxmlformats.org/officeDocument/2006/relationships/image" Target="../media/image202.png"/><Relationship Id="rId2" Type="http://schemas.openxmlformats.org/officeDocument/2006/relationships/image" Target="../media/image201.jpg"/><Relationship Id="rId1" Type="http://schemas.openxmlformats.org/officeDocument/2006/relationships/slideLayout" Target="../slideLayouts/slideLayout7.xml"/><Relationship Id="rId5" Type="http://schemas.openxmlformats.org/officeDocument/2006/relationships/image" Target="../media/image204.png"/><Relationship Id="rId4" Type="http://schemas.openxmlformats.org/officeDocument/2006/relationships/image" Target="../media/image20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Nền" descr="bg_01.jpg"/>
          <p:cNvPicPr>
            <a:picLocks noChangeAspect="1"/>
          </p:cNvPicPr>
          <p:nvPr/>
        </p:nvPicPr>
        <p:blipFill>
          <a:blip r:embed="rId3"/>
          <a:stretch>
            <a:fillRect/>
          </a:stretch>
        </p:blipFill>
        <p:spPr>
          <a:xfrm>
            <a:off x="0" y="0"/>
            <a:ext cx="12192000" cy="6858000"/>
          </a:xfrm>
          <a:prstGeom prst="rect">
            <a:avLst/>
          </a:prstGeom>
        </p:spPr>
      </p:pic>
      <p:pic>
        <p:nvPicPr>
          <p:cNvPr id="3" name="Lớp 00 · fade" descr="L_01_00.png"/>
          <p:cNvPicPr>
            <a:picLocks noChangeAspect="1"/>
          </p:cNvPicPr>
          <p:nvPr/>
        </p:nvPicPr>
        <p:blipFill>
          <a:blip r:embed="rId4"/>
          <a:stretch>
            <a:fillRect/>
          </a:stretch>
        </p:blipFill>
        <p:spPr>
          <a:xfrm>
            <a:off x="0" y="881459"/>
            <a:ext cx="12192000" cy="1822450"/>
          </a:xfrm>
          <a:prstGeom prst="rect">
            <a:avLst/>
          </a:prstGeom>
        </p:spPr>
      </p:pic>
      <p:pic>
        <p:nvPicPr>
          <p:cNvPr id="4" name="Lớp 01 · float" descr="L_01_01.png"/>
          <p:cNvPicPr>
            <a:picLocks noChangeAspect="1"/>
          </p:cNvPicPr>
          <p:nvPr/>
        </p:nvPicPr>
        <p:blipFill>
          <a:blip r:embed="rId5"/>
          <a:stretch>
            <a:fillRect/>
          </a:stretch>
        </p:blipFill>
        <p:spPr>
          <a:xfrm>
            <a:off x="0" y="1306909"/>
            <a:ext cx="12192000" cy="2351980"/>
          </a:xfrm>
          <a:prstGeom prst="rect">
            <a:avLst/>
          </a:prstGeom>
        </p:spPr>
      </p:pic>
      <p:pic>
        <p:nvPicPr>
          <p:cNvPr id="5" name="Lớp 02 · float" descr="L_01_02.png"/>
          <p:cNvPicPr>
            <a:picLocks noChangeAspect="1"/>
          </p:cNvPicPr>
          <p:nvPr/>
        </p:nvPicPr>
        <p:blipFill>
          <a:blip r:embed="rId6"/>
          <a:stretch>
            <a:fillRect/>
          </a:stretch>
        </p:blipFill>
        <p:spPr>
          <a:xfrm>
            <a:off x="508000" y="2007890"/>
            <a:ext cx="11684000" cy="2351980"/>
          </a:xfrm>
          <a:prstGeom prst="rect">
            <a:avLst/>
          </a:prstGeom>
        </p:spPr>
      </p:pic>
      <p:pic>
        <p:nvPicPr>
          <p:cNvPr id="6" name="Lớp 03 · float" descr="L_01_03.png"/>
          <p:cNvPicPr>
            <a:picLocks noChangeAspect="1"/>
          </p:cNvPicPr>
          <p:nvPr/>
        </p:nvPicPr>
        <p:blipFill>
          <a:blip r:embed="rId7"/>
          <a:stretch>
            <a:fillRect/>
          </a:stretch>
        </p:blipFill>
        <p:spPr>
          <a:xfrm>
            <a:off x="1079500" y="2708870"/>
            <a:ext cx="11112500" cy="2473920"/>
          </a:xfrm>
          <a:prstGeom prst="rect">
            <a:avLst/>
          </a:prstGeom>
        </p:spPr>
      </p:pic>
      <p:pic>
        <p:nvPicPr>
          <p:cNvPr id="7" name="Lớp 04 · wipe" descr="L_01_04.png"/>
          <p:cNvPicPr>
            <a:picLocks noChangeAspect="1"/>
          </p:cNvPicPr>
          <p:nvPr/>
        </p:nvPicPr>
        <p:blipFill>
          <a:blip r:embed="rId8"/>
          <a:stretch>
            <a:fillRect/>
          </a:stretch>
        </p:blipFill>
        <p:spPr>
          <a:xfrm>
            <a:off x="1079500" y="3887391"/>
            <a:ext cx="2794000" cy="1682750"/>
          </a:xfrm>
          <a:prstGeom prst="rect">
            <a:avLst/>
          </a:prstGeom>
        </p:spPr>
      </p:pic>
      <p:pic>
        <p:nvPicPr>
          <p:cNvPr id="8" name="Lớp 05 · float" descr="L_01_05.png"/>
          <p:cNvPicPr>
            <a:picLocks noChangeAspect="1"/>
          </p:cNvPicPr>
          <p:nvPr/>
        </p:nvPicPr>
        <p:blipFill>
          <a:blip r:embed="rId9"/>
          <a:stretch>
            <a:fillRect/>
          </a:stretch>
        </p:blipFill>
        <p:spPr>
          <a:xfrm>
            <a:off x="1079500" y="4109641"/>
            <a:ext cx="9906000" cy="22606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10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700"/>
                                        <p:tgtEl>
                                          <p:spTgt spid="3"/>
                                        </p:tgtEl>
                                      </p:cBhvr>
                                    </p:animEffect>
                                  </p:childTnLst>
                                </p:cTn>
                              </p:par>
                              <p:par>
                                <p:cTn id="8" presetID="42" presetClass="entr" presetSubtype="0" fill="hold" nodeType="withEffect">
                                  <p:stCondLst>
                                    <p:cond delay="350"/>
                                  </p:stCondLst>
                                  <p:childTnLst>
                                    <p:set>
                                      <p:cBhvr>
                                        <p:cTn id="9" dur="1" fill="hold">
                                          <p:stCondLst>
                                            <p:cond delay="0"/>
                                          </p:stCondLst>
                                        </p:cTn>
                                        <p:tgtEl>
                                          <p:spTgt spid="4"/>
                                        </p:tgtEl>
                                        <p:attrNameLst>
                                          <p:attrName>style.visibility</p:attrName>
                                        </p:attrNameLst>
                                      </p:cBhvr>
                                      <p:to>
                                        <p:strVal val="visible"/>
                                      </p:to>
                                    </p:set>
                                    <p:anim calcmode="lin" valueType="num">
                                      <p:cBhvr>
                                        <p:cTn id="10" dur="700" fill="hold"/>
                                        <p:tgtEl>
                                          <p:spTgt spid="4"/>
                                        </p:tgtEl>
                                        <p:attrNameLst>
                                          <p:attrName>ppt_y</p:attrName>
                                        </p:attrNameLst>
                                      </p:cBhvr>
                                      <p:tavLst>
                                        <p:tav tm="0">
                                          <p:val>
                                            <p:strVal val="#ppt_y+.026"/>
                                          </p:val>
                                        </p:tav>
                                        <p:tav tm="100000">
                                          <p:val>
                                            <p:strVal val="#ppt_y"/>
                                          </p:val>
                                        </p:tav>
                                      </p:tavLst>
                                    </p:anim>
                                    <p:animEffect transition="in" filter="fade">
                                      <p:cBhvr>
                                        <p:cTn id="11" dur="700"/>
                                        <p:tgtEl>
                                          <p:spTgt spid="4"/>
                                        </p:tgtEl>
                                      </p:cBhvr>
                                    </p:animEffect>
                                  </p:childTnLst>
                                </p:cTn>
                              </p:par>
                              <p:par>
                                <p:cTn id="12" presetID="42" presetClass="entr" presetSubtype="0" fill="hold" nodeType="withEffect">
                                  <p:stCondLst>
                                    <p:cond delay="1000"/>
                                  </p:stCondLst>
                                  <p:childTnLst>
                                    <p:set>
                                      <p:cBhvr>
                                        <p:cTn id="13" dur="1" fill="hold">
                                          <p:stCondLst>
                                            <p:cond delay="0"/>
                                          </p:stCondLst>
                                        </p:cTn>
                                        <p:tgtEl>
                                          <p:spTgt spid="5"/>
                                        </p:tgtEl>
                                        <p:attrNameLst>
                                          <p:attrName>style.visibility</p:attrName>
                                        </p:attrNameLst>
                                      </p:cBhvr>
                                      <p:to>
                                        <p:strVal val="visible"/>
                                      </p:to>
                                    </p:set>
                                    <p:anim calcmode="lin" valueType="num">
                                      <p:cBhvr>
                                        <p:cTn id="14" dur="700" fill="hold"/>
                                        <p:tgtEl>
                                          <p:spTgt spid="5"/>
                                        </p:tgtEl>
                                        <p:attrNameLst>
                                          <p:attrName>ppt_y</p:attrName>
                                        </p:attrNameLst>
                                      </p:cBhvr>
                                      <p:tavLst>
                                        <p:tav tm="0">
                                          <p:val>
                                            <p:strVal val="#ppt_y+.026"/>
                                          </p:val>
                                        </p:tav>
                                        <p:tav tm="100000">
                                          <p:val>
                                            <p:strVal val="#ppt_y"/>
                                          </p:val>
                                        </p:tav>
                                      </p:tavLst>
                                    </p:anim>
                                    <p:animEffect transition="in" filter="fade">
                                      <p:cBhvr>
                                        <p:cTn id="15" dur="700"/>
                                        <p:tgtEl>
                                          <p:spTgt spid="5"/>
                                        </p:tgtEl>
                                      </p:cBhvr>
                                    </p:animEffect>
                                  </p:childTnLst>
                                </p:cTn>
                              </p:par>
                              <p:par>
                                <p:cTn id="16" presetID="42" presetClass="entr" presetSubtype="0" fill="hold" nodeType="withEffect">
                                  <p:stCondLst>
                                    <p:cond delay="1650"/>
                                  </p:stCondLst>
                                  <p:childTnLst>
                                    <p:set>
                                      <p:cBhvr>
                                        <p:cTn id="17" dur="1" fill="hold">
                                          <p:stCondLst>
                                            <p:cond delay="0"/>
                                          </p:stCondLst>
                                        </p:cTn>
                                        <p:tgtEl>
                                          <p:spTgt spid="6"/>
                                        </p:tgtEl>
                                        <p:attrNameLst>
                                          <p:attrName>style.visibility</p:attrName>
                                        </p:attrNameLst>
                                      </p:cBhvr>
                                      <p:to>
                                        <p:strVal val="visible"/>
                                      </p:to>
                                    </p:set>
                                    <p:anim calcmode="lin" valueType="num">
                                      <p:cBhvr>
                                        <p:cTn id="18" dur="700" fill="hold"/>
                                        <p:tgtEl>
                                          <p:spTgt spid="6"/>
                                        </p:tgtEl>
                                        <p:attrNameLst>
                                          <p:attrName>ppt_y</p:attrName>
                                        </p:attrNameLst>
                                      </p:cBhvr>
                                      <p:tavLst>
                                        <p:tav tm="0">
                                          <p:val>
                                            <p:strVal val="#ppt_y+.026"/>
                                          </p:val>
                                        </p:tav>
                                        <p:tav tm="100000">
                                          <p:val>
                                            <p:strVal val="#ppt_y"/>
                                          </p:val>
                                        </p:tav>
                                      </p:tavLst>
                                    </p:anim>
                                    <p:animEffect transition="in" filter="fade">
                                      <p:cBhvr>
                                        <p:cTn id="19" dur="700"/>
                                        <p:tgtEl>
                                          <p:spTgt spid="6"/>
                                        </p:tgtEl>
                                      </p:cBhvr>
                                    </p:animEffect>
                                  </p:childTnLst>
                                </p:cTn>
                              </p:par>
                              <p:par>
                                <p:cTn id="20" presetID="22" presetClass="entr" presetSubtype="8" fill="hold" nodeType="withEffect">
                                  <p:stCondLst>
                                    <p:cond delay="2300"/>
                                  </p:stCondLst>
                                  <p:childTnLst>
                                    <p:set>
                                      <p:cBhvr>
                                        <p:cTn id="21" dur="1" fill="hold">
                                          <p:stCondLst>
                                            <p:cond delay="0"/>
                                          </p:stCondLst>
                                        </p:cTn>
                                        <p:tgtEl>
                                          <p:spTgt spid="7"/>
                                        </p:tgtEl>
                                        <p:attrNameLst>
                                          <p:attrName>style.visibility</p:attrName>
                                        </p:attrNameLst>
                                      </p:cBhvr>
                                      <p:to>
                                        <p:strVal val="visible"/>
                                      </p:to>
                                    </p:set>
                                    <p:animEffect transition="in" filter="wipe(left)">
                                      <p:cBhvr>
                                        <p:cTn id="22" dur="700"/>
                                        <p:tgtEl>
                                          <p:spTgt spid="7"/>
                                        </p:tgtEl>
                                      </p:cBhvr>
                                    </p:animEffect>
                                  </p:childTnLst>
                                </p:cTn>
                              </p:par>
                              <p:par>
                                <p:cTn id="23" presetID="42" presetClass="entr" presetSubtype="0" fill="hold" nodeType="withEffect">
                                  <p:stCondLst>
                                    <p:cond delay="2500"/>
                                  </p:stCondLst>
                                  <p:childTnLst>
                                    <p:set>
                                      <p:cBhvr>
                                        <p:cTn id="24" dur="1" fill="hold">
                                          <p:stCondLst>
                                            <p:cond delay="0"/>
                                          </p:stCondLst>
                                        </p:cTn>
                                        <p:tgtEl>
                                          <p:spTgt spid="8"/>
                                        </p:tgtEl>
                                        <p:attrNameLst>
                                          <p:attrName>style.visibility</p:attrName>
                                        </p:attrNameLst>
                                      </p:cBhvr>
                                      <p:to>
                                        <p:strVal val="visible"/>
                                      </p:to>
                                    </p:set>
                                    <p:anim calcmode="lin" valueType="num">
                                      <p:cBhvr>
                                        <p:cTn id="25" dur="700" fill="hold"/>
                                        <p:tgtEl>
                                          <p:spTgt spid="8"/>
                                        </p:tgtEl>
                                        <p:attrNameLst>
                                          <p:attrName>ppt_y</p:attrName>
                                        </p:attrNameLst>
                                      </p:cBhvr>
                                      <p:tavLst>
                                        <p:tav tm="0">
                                          <p:val>
                                            <p:strVal val="#ppt_y+.026"/>
                                          </p:val>
                                        </p:tav>
                                        <p:tav tm="100000">
                                          <p:val>
                                            <p:strVal val="#ppt_y"/>
                                          </p:val>
                                        </p:tav>
                                      </p:tavLst>
                                    </p:anim>
                                    <p:animEffect transition="in" filter="fade">
                                      <p:cBhvr>
                                        <p:cTn id="26" dur="7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Nền" descr="bg_02.jpg"/>
          <p:cNvPicPr>
            <a:picLocks noChangeAspect="1"/>
          </p:cNvPicPr>
          <p:nvPr/>
        </p:nvPicPr>
        <p:blipFill>
          <a:blip r:embed="rId3"/>
          <a:stretch>
            <a:fillRect/>
          </a:stretch>
        </p:blipFill>
        <p:spPr>
          <a:xfrm>
            <a:off x="0" y="0"/>
            <a:ext cx="12192000" cy="6858000"/>
          </a:xfrm>
          <a:prstGeom prst="rect">
            <a:avLst/>
          </a:prstGeom>
        </p:spPr>
      </p:pic>
      <p:pic>
        <p:nvPicPr>
          <p:cNvPr id="3" name="Lớp 00 · fade" descr="L_02_00.png"/>
          <p:cNvPicPr>
            <a:picLocks noChangeAspect="1"/>
          </p:cNvPicPr>
          <p:nvPr/>
        </p:nvPicPr>
        <p:blipFill>
          <a:blip r:embed="rId4"/>
          <a:stretch>
            <a:fillRect/>
          </a:stretch>
        </p:blipFill>
        <p:spPr>
          <a:xfrm>
            <a:off x="0" y="0"/>
            <a:ext cx="12192000" cy="1568450"/>
          </a:xfrm>
          <a:prstGeom prst="rect">
            <a:avLst/>
          </a:prstGeom>
        </p:spPr>
      </p:pic>
      <p:pic>
        <p:nvPicPr>
          <p:cNvPr id="4" name="Lớp 01 · float" descr="L_02_01.png"/>
          <p:cNvPicPr>
            <a:picLocks noChangeAspect="1"/>
          </p:cNvPicPr>
          <p:nvPr/>
        </p:nvPicPr>
        <p:blipFill>
          <a:blip r:embed="rId5"/>
          <a:stretch>
            <a:fillRect/>
          </a:stretch>
        </p:blipFill>
        <p:spPr>
          <a:xfrm>
            <a:off x="0" y="31750"/>
            <a:ext cx="11493500" cy="2077641"/>
          </a:xfrm>
          <a:prstGeom prst="rect">
            <a:avLst/>
          </a:prstGeom>
        </p:spPr>
      </p:pic>
      <p:pic>
        <p:nvPicPr>
          <p:cNvPr id="5" name="Lớp 02 · float" descr="L_02_02.png"/>
          <p:cNvPicPr>
            <a:picLocks noChangeAspect="1"/>
          </p:cNvPicPr>
          <p:nvPr/>
        </p:nvPicPr>
        <p:blipFill>
          <a:blip r:embed="rId6"/>
          <a:stretch>
            <a:fillRect/>
          </a:stretch>
        </p:blipFill>
        <p:spPr>
          <a:xfrm>
            <a:off x="0" y="1519535"/>
            <a:ext cx="5024934" cy="3820120"/>
          </a:xfrm>
          <a:prstGeom prst="rect">
            <a:avLst/>
          </a:prstGeom>
        </p:spPr>
      </p:pic>
      <p:pic>
        <p:nvPicPr>
          <p:cNvPr id="6" name="Lớp 03 · float" descr="L_02_03.png"/>
          <p:cNvPicPr>
            <a:picLocks noChangeAspect="1"/>
          </p:cNvPicPr>
          <p:nvPr/>
        </p:nvPicPr>
        <p:blipFill>
          <a:blip r:embed="rId7"/>
          <a:stretch>
            <a:fillRect/>
          </a:stretch>
        </p:blipFill>
        <p:spPr>
          <a:xfrm>
            <a:off x="3551734" y="1519535"/>
            <a:ext cx="5088434" cy="3820120"/>
          </a:xfrm>
          <a:prstGeom prst="rect">
            <a:avLst/>
          </a:prstGeom>
        </p:spPr>
      </p:pic>
      <p:pic>
        <p:nvPicPr>
          <p:cNvPr id="7" name="Lớp 04 · float" descr="L_02_04.png"/>
          <p:cNvPicPr>
            <a:picLocks noChangeAspect="1"/>
          </p:cNvPicPr>
          <p:nvPr/>
        </p:nvPicPr>
        <p:blipFill>
          <a:blip r:embed="rId8"/>
          <a:stretch>
            <a:fillRect/>
          </a:stretch>
        </p:blipFill>
        <p:spPr>
          <a:xfrm>
            <a:off x="7166967" y="1519535"/>
            <a:ext cx="5025033" cy="3820120"/>
          </a:xfrm>
          <a:prstGeom prst="rect">
            <a:avLst/>
          </a:prstGeom>
        </p:spPr>
      </p:pic>
      <p:pic>
        <p:nvPicPr>
          <p:cNvPr id="8" name="Lớp 05 · fade" descr="L_02_05.png"/>
          <p:cNvPicPr>
            <a:picLocks noChangeAspect="1"/>
          </p:cNvPicPr>
          <p:nvPr/>
        </p:nvPicPr>
        <p:blipFill>
          <a:blip r:embed="rId9"/>
          <a:stretch>
            <a:fillRect/>
          </a:stretch>
        </p:blipFill>
        <p:spPr>
          <a:xfrm>
            <a:off x="0" y="3879155"/>
            <a:ext cx="12192000" cy="23368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5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42" presetClass="entr" presetSubtype="0" fill="hold" nodeType="withEffect">
                                  <p:stCondLst>
                                    <p:cond delay="120"/>
                                  </p:stCondLst>
                                  <p:childTnLst>
                                    <p:set>
                                      <p:cBhvr>
                                        <p:cTn id="9" dur="1" fill="hold">
                                          <p:stCondLst>
                                            <p:cond delay="0"/>
                                          </p:stCondLst>
                                        </p:cTn>
                                        <p:tgtEl>
                                          <p:spTgt spid="4"/>
                                        </p:tgtEl>
                                        <p:attrNameLst>
                                          <p:attrName>style.visibility</p:attrName>
                                        </p:attrNameLst>
                                      </p:cBhvr>
                                      <p:to>
                                        <p:strVal val="visible"/>
                                      </p:to>
                                    </p:set>
                                    <p:anim calcmode="lin" valueType="num">
                                      <p:cBhvr>
                                        <p:cTn id="10" dur="600" fill="hold"/>
                                        <p:tgtEl>
                                          <p:spTgt spid="4"/>
                                        </p:tgtEl>
                                        <p:attrNameLst>
                                          <p:attrName>ppt_y</p:attrName>
                                        </p:attrNameLst>
                                      </p:cBhvr>
                                      <p:tavLst>
                                        <p:tav tm="0">
                                          <p:val>
                                            <p:strVal val="#ppt_y+.026"/>
                                          </p:val>
                                        </p:tav>
                                        <p:tav tm="100000">
                                          <p:val>
                                            <p:strVal val="#ppt_y"/>
                                          </p:val>
                                        </p:tav>
                                      </p:tavLst>
                                    </p:anim>
                                    <p:animEffect transition="in" filter="fade">
                                      <p:cBhvr>
                                        <p:cTn id="11" dur="600"/>
                                        <p:tgtEl>
                                          <p:spTgt spid="4"/>
                                        </p:tgtEl>
                                      </p:cBhvr>
                                    </p:animEffect>
                                  </p:childTnLst>
                                </p:cTn>
                              </p:par>
                              <p:par>
                                <p:cTn id="12" presetID="42" presetClass="entr" presetSubtype="0" fill="hold" nodeType="withEffect">
                                  <p:stCondLst>
                                    <p:cond delay="300"/>
                                  </p:stCondLst>
                                  <p:childTnLst>
                                    <p:set>
                                      <p:cBhvr>
                                        <p:cTn id="13" dur="1" fill="hold">
                                          <p:stCondLst>
                                            <p:cond delay="0"/>
                                          </p:stCondLst>
                                        </p:cTn>
                                        <p:tgtEl>
                                          <p:spTgt spid="5"/>
                                        </p:tgtEl>
                                        <p:attrNameLst>
                                          <p:attrName>style.visibility</p:attrName>
                                        </p:attrNameLst>
                                      </p:cBhvr>
                                      <p:to>
                                        <p:strVal val="visible"/>
                                      </p:to>
                                    </p:set>
                                    <p:anim calcmode="lin" valueType="num">
                                      <p:cBhvr>
                                        <p:cTn id="14" dur="600" fill="hold"/>
                                        <p:tgtEl>
                                          <p:spTgt spid="5"/>
                                        </p:tgtEl>
                                        <p:attrNameLst>
                                          <p:attrName>ppt_y</p:attrName>
                                        </p:attrNameLst>
                                      </p:cBhvr>
                                      <p:tavLst>
                                        <p:tav tm="0">
                                          <p:val>
                                            <p:strVal val="#ppt_y+.026"/>
                                          </p:val>
                                        </p:tav>
                                        <p:tav tm="100000">
                                          <p:val>
                                            <p:strVal val="#ppt_y"/>
                                          </p:val>
                                        </p:tav>
                                      </p:tavLst>
                                    </p:anim>
                                    <p:animEffect transition="in" filter="fade">
                                      <p:cBhvr>
                                        <p:cTn id="15" dur="600"/>
                                        <p:tgtEl>
                                          <p:spTgt spid="5"/>
                                        </p:tgtEl>
                                      </p:cBhvr>
                                    </p:animEffect>
                                  </p:childTnLst>
                                </p:cTn>
                              </p:par>
                              <p:par>
                                <p:cTn id="16" presetID="42" presetClass="entr" presetSubtype="0" fill="hold" nodeType="withEffect">
                                  <p:stCondLst>
                                    <p:cond delay="390"/>
                                  </p:stCondLst>
                                  <p:childTnLst>
                                    <p:set>
                                      <p:cBhvr>
                                        <p:cTn id="17" dur="1" fill="hold">
                                          <p:stCondLst>
                                            <p:cond delay="0"/>
                                          </p:stCondLst>
                                        </p:cTn>
                                        <p:tgtEl>
                                          <p:spTgt spid="6"/>
                                        </p:tgtEl>
                                        <p:attrNameLst>
                                          <p:attrName>style.visibility</p:attrName>
                                        </p:attrNameLst>
                                      </p:cBhvr>
                                      <p:to>
                                        <p:strVal val="visible"/>
                                      </p:to>
                                    </p:set>
                                    <p:anim calcmode="lin" valueType="num">
                                      <p:cBhvr>
                                        <p:cTn id="18" dur="600" fill="hold"/>
                                        <p:tgtEl>
                                          <p:spTgt spid="6"/>
                                        </p:tgtEl>
                                        <p:attrNameLst>
                                          <p:attrName>ppt_y</p:attrName>
                                        </p:attrNameLst>
                                      </p:cBhvr>
                                      <p:tavLst>
                                        <p:tav tm="0">
                                          <p:val>
                                            <p:strVal val="#ppt_y+.026"/>
                                          </p:val>
                                        </p:tav>
                                        <p:tav tm="100000">
                                          <p:val>
                                            <p:strVal val="#ppt_y"/>
                                          </p:val>
                                        </p:tav>
                                      </p:tavLst>
                                    </p:anim>
                                    <p:animEffect transition="in" filter="fade">
                                      <p:cBhvr>
                                        <p:cTn id="19" dur="600"/>
                                        <p:tgtEl>
                                          <p:spTgt spid="6"/>
                                        </p:tgtEl>
                                      </p:cBhvr>
                                    </p:animEffect>
                                  </p:childTnLst>
                                </p:cTn>
                              </p:par>
                              <p:par>
                                <p:cTn id="20" presetID="42" presetClass="entr" presetSubtype="0" fill="hold" nodeType="withEffect">
                                  <p:stCondLst>
                                    <p:cond delay="480"/>
                                  </p:stCondLst>
                                  <p:childTnLst>
                                    <p:set>
                                      <p:cBhvr>
                                        <p:cTn id="21" dur="1" fill="hold">
                                          <p:stCondLst>
                                            <p:cond delay="0"/>
                                          </p:stCondLst>
                                        </p:cTn>
                                        <p:tgtEl>
                                          <p:spTgt spid="7"/>
                                        </p:tgtEl>
                                        <p:attrNameLst>
                                          <p:attrName>style.visibility</p:attrName>
                                        </p:attrNameLst>
                                      </p:cBhvr>
                                      <p:to>
                                        <p:strVal val="visible"/>
                                      </p:to>
                                    </p:set>
                                    <p:anim calcmode="lin" valueType="num">
                                      <p:cBhvr>
                                        <p:cTn id="22" dur="600" fill="hold"/>
                                        <p:tgtEl>
                                          <p:spTgt spid="7"/>
                                        </p:tgtEl>
                                        <p:attrNameLst>
                                          <p:attrName>ppt_y</p:attrName>
                                        </p:attrNameLst>
                                      </p:cBhvr>
                                      <p:tavLst>
                                        <p:tav tm="0">
                                          <p:val>
                                            <p:strVal val="#ppt_y+.026"/>
                                          </p:val>
                                        </p:tav>
                                        <p:tav tm="100000">
                                          <p:val>
                                            <p:strVal val="#ppt_y"/>
                                          </p:val>
                                        </p:tav>
                                      </p:tavLst>
                                    </p:anim>
                                    <p:animEffect transition="in" filter="fade">
                                      <p:cBhvr>
                                        <p:cTn id="23" dur="600"/>
                                        <p:tgtEl>
                                          <p:spTgt spid="7"/>
                                        </p:tgtEl>
                                      </p:cBhvr>
                                    </p:animEffect>
                                  </p:childTnLst>
                                </p:cTn>
                              </p:par>
                              <p:par>
                                <p:cTn id="24" presetID="10" presetClass="entr" presetSubtype="0" fill="hold" nodeType="withEffect">
                                  <p:stCondLst>
                                    <p:cond delay="1200"/>
                                  </p:stCondLst>
                                  <p:childTnLst>
                                    <p:set>
                                      <p:cBhvr>
                                        <p:cTn id="25" dur="1" fill="hold">
                                          <p:stCondLst>
                                            <p:cond delay="0"/>
                                          </p:stCondLst>
                                        </p:cTn>
                                        <p:tgtEl>
                                          <p:spTgt spid="8"/>
                                        </p:tgtEl>
                                        <p:attrNameLst>
                                          <p:attrName>style.visibility</p:attrName>
                                        </p:attrNameLst>
                                      </p:cBhvr>
                                      <p:to>
                                        <p:strVal val="visible"/>
                                      </p:to>
                                    </p:set>
                                    <p:animEffect transition="in" filter="fade">
                                      <p:cBhvr>
                                        <p:cTn id="26" dur="7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Nền" descr="bg_03.jpg"/>
          <p:cNvPicPr>
            <a:picLocks noChangeAspect="1"/>
          </p:cNvPicPr>
          <p:nvPr/>
        </p:nvPicPr>
        <p:blipFill>
          <a:blip r:embed="rId3"/>
          <a:stretch>
            <a:fillRect/>
          </a:stretch>
        </p:blipFill>
        <p:spPr>
          <a:xfrm>
            <a:off x="0" y="0"/>
            <a:ext cx="12192000" cy="6858000"/>
          </a:xfrm>
          <a:prstGeom prst="rect">
            <a:avLst/>
          </a:prstGeom>
        </p:spPr>
      </p:pic>
      <p:pic>
        <p:nvPicPr>
          <p:cNvPr id="3" name="Lớp 00 · float" descr="L_03_00.png"/>
          <p:cNvPicPr>
            <a:picLocks noChangeAspect="1"/>
          </p:cNvPicPr>
          <p:nvPr/>
        </p:nvPicPr>
        <p:blipFill>
          <a:blip r:embed="rId4"/>
          <a:stretch>
            <a:fillRect/>
          </a:stretch>
        </p:blipFill>
        <p:spPr>
          <a:xfrm>
            <a:off x="0" y="601365"/>
            <a:ext cx="8382000" cy="3677841"/>
          </a:xfrm>
          <a:prstGeom prst="rect">
            <a:avLst/>
          </a:prstGeom>
        </p:spPr>
      </p:pic>
      <p:pic>
        <p:nvPicPr>
          <p:cNvPr id="4" name="Lớp 01 · wipe" descr="L_03_01.png"/>
          <p:cNvPicPr>
            <a:picLocks noChangeAspect="1"/>
          </p:cNvPicPr>
          <p:nvPr/>
        </p:nvPicPr>
        <p:blipFill>
          <a:blip r:embed="rId5"/>
          <a:stretch>
            <a:fillRect/>
          </a:stretch>
        </p:blipFill>
        <p:spPr>
          <a:xfrm>
            <a:off x="0" y="2920305"/>
            <a:ext cx="2984500" cy="1689100"/>
          </a:xfrm>
          <a:prstGeom prst="rect">
            <a:avLst/>
          </a:prstGeom>
        </p:spPr>
      </p:pic>
      <p:pic>
        <p:nvPicPr>
          <p:cNvPr id="5" name="Lớp 02 · float" descr="L_03_02.png"/>
          <p:cNvPicPr>
            <a:picLocks noChangeAspect="1"/>
          </p:cNvPicPr>
          <p:nvPr/>
        </p:nvPicPr>
        <p:blipFill>
          <a:blip r:embed="rId6"/>
          <a:stretch>
            <a:fillRect/>
          </a:stretch>
        </p:blipFill>
        <p:spPr>
          <a:xfrm>
            <a:off x="0" y="3212405"/>
            <a:ext cx="8382000" cy="2056110"/>
          </a:xfrm>
          <a:prstGeom prst="rect">
            <a:avLst/>
          </a:prstGeom>
        </p:spPr>
      </p:pic>
      <p:pic>
        <p:nvPicPr>
          <p:cNvPr id="6" name="Lớp 03 · float" descr="L_03_03.png"/>
          <p:cNvPicPr>
            <a:picLocks noChangeAspect="1"/>
          </p:cNvPicPr>
          <p:nvPr/>
        </p:nvPicPr>
        <p:blipFill>
          <a:blip r:embed="rId7"/>
          <a:stretch>
            <a:fillRect/>
          </a:stretch>
        </p:blipFill>
        <p:spPr>
          <a:xfrm>
            <a:off x="0" y="3617516"/>
            <a:ext cx="8382000" cy="2056110"/>
          </a:xfrm>
          <a:prstGeom prst="rect">
            <a:avLst/>
          </a:prstGeom>
        </p:spPr>
      </p:pic>
      <p:pic>
        <p:nvPicPr>
          <p:cNvPr id="7" name="Lớp 04 · float" descr="L_03_04.png"/>
          <p:cNvPicPr>
            <a:picLocks noChangeAspect="1"/>
          </p:cNvPicPr>
          <p:nvPr/>
        </p:nvPicPr>
        <p:blipFill>
          <a:blip r:embed="rId8"/>
          <a:stretch>
            <a:fillRect/>
          </a:stretch>
        </p:blipFill>
        <p:spPr>
          <a:xfrm>
            <a:off x="0" y="4022626"/>
            <a:ext cx="8382000" cy="2056110"/>
          </a:xfrm>
          <a:prstGeom prst="rect">
            <a:avLst/>
          </a:prstGeom>
        </p:spPr>
      </p:pic>
      <p:pic>
        <p:nvPicPr>
          <p:cNvPr id="8" name="Lớp 05 · zoom:1.2" descr="L_03_05.png"/>
          <p:cNvPicPr>
            <a:picLocks noChangeAspect="1"/>
          </p:cNvPicPr>
          <p:nvPr/>
        </p:nvPicPr>
        <p:blipFill>
          <a:blip r:embed="rId9"/>
          <a:stretch>
            <a:fillRect/>
          </a:stretch>
        </p:blipFill>
        <p:spPr>
          <a:xfrm>
            <a:off x="7302500" y="1003995"/>
            <a:ext cx="4889500" cy="4335462"/>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700" fill="hold"/>
                                        <p:tgtEl>
                                          <p:spTgt spid="3"/>
                                        </p:tgtEl>
                                        <p:attrNameLst>
                                          <p:attrName>ppt_y</p:attrName>
                                        </p:attrNameLst>
                                      </p:cBhvr>
                                      <p:tavLst>
                                        <p:tav tm="0">
                                          <p:val>
                                            <p:strVal val="#ppt_y+.026"/>
                                          </p:val>
                                        </p:tav>
                                        <p:tav tm="100000">
                                          <p:val>
                                            <p:strVal val="#ppt_y"/>
                                          </p:val>
                                        </p:tav>
                                      </p:tavLst>
                                    </p:anim>
                                    <p:animEffect transition="in" filter="fade">
                                      <p:cBhvr>
                                        <p:cTn id="8" dur="700"/>
                                        <p:tgtEl>
                                          <p:spTgt spid="3"/>
                                        </p:tgtEl>
                                      </p:cBhvr>
                                    </p:animEffect>
                                  </p:childTnLst>
                                </p:cTn>
                              </p:par>
                              <p:par>
                                <p:cTn id="9" presetID="22" presetClass="entr" presetSubtype="8" fill="hold" nodeType="withEffect">
                                  <p:stCondLst>
                                    <p:cond delay="500"/>
                                  </p:stCondLst>
                                  <p:childTnLst>
                                    <p:set>
                                      <p:cBhvr>
                                        <p:cTn id="10" dur="1" fill="hold">
                                          <p:stCondLst>
                                            <p:cond delay="0"/>
                                          </p:stCondLst>
                                        </p:cTn>
                                        <p:tgtEl>
                                          <p:spTgt spid="4"/>
                                        </p:tgtEl>
                                        <p:attrNameLst>
                                          <p:attrName>style.visibility</p:attrName>
                                        </p:attrNameLst>
                                      </p:cBhvr>
                                      <p:to>
                                        <p:strVal val="visible"/>
                                      </p:to>
                                    </p:set>
                                    <p:animEffect transition="in" filter="wipe(left)">
                                      <p:cBhvr>
                                        <p:cTn id="11" dur="700"/>
                                        <p:tgtEl>
                                          <p:spTgt spid="4"/>
                                        </p:tgtEl>
                                      </p:cBhvr>
                                    </p:animEffect>
                                  </p:childTnLst>
                                </p:cTn>
                              </p:par>
                              <p:par>
                                <p:cTn id="12" presetID="53" presetClass="entr" presetSubtype="16" fill="hold" nodeType="withEffect">
                                  <p:stCondLst>
                                    <p:cond delay="500"/>
                                  </p:stCondLst>
                                  <p:childTnLst>
                                    <p:set>
                                      <p:cBhvr>
                                        <p:cTn id="13" dur="1" fill="hold">
                                          <p:stCondLst>
                                            <p:cond delay="0"/>
                                          </p:stCondLst>
                                        </p:cTn>
                                        <p:tgtEl>
                                          <p:spTgt spid="8"/>
                                        </p:tgtEl>
                                        <p:attrNameLst>
                                          <p:attrName>style.visibility</p:attrName>
                                        </p:attrNameLst>
                                      </p:cBhvr>
                                      <p:to>
                                        <p:strVal val="visible"/>
                                      </p:to>
                                    </p:set>
                                    <p:anim calcmode="lin" valueType="num">
                                      <p:cBhvr>
                                        <p:cTn id="14" dur="500" fill="hold"/>
                                        <p:tgtEl>
                                          <p:spTgt spid="8"/>
                                        </p:tgtEl>
                                        <p:attrNameLst>
                                          <p:attrName>ppt_w</p:attrName>
                                        </p:attrNameLst>
                                      </p:cBhvr>
                                      <p:tavLst>
                                        <p:tav tm="0">
                                          <p:val>
                                            <p:strVal val="#ppt_w*1.2"/>
                                          </p:val>
                                        </p:tav>
                                        <p:tav tm="100000">
                                          <p:val>
                                            <p:strVal val="#ppt_w"/>
                                          </p:val>
                                        </p:tav>
                                      </p:tavLst>
                                    </p:anim>
                                    <p:anim calcmode="lin" valueType="num">
                                      <p:cBhvr>
                                        <p:cTn id="15" dur="500" fill="hold"/>
                                        <p:tgtEl>
                                          <p:spTgt spid="8"/>
                                        </p:tgtEl>
                                        <p:attrNameLst>
                                          <p:attrName>ppt_h</p:attrName>
                                        </p:attrNameLst>
                                      </p:cBhvr>
                                      <p:tavLst>
                                        <p:tav tm="0">
                                          <p:val>
                                            <p:strVal val="#ppt_h*1.2"/>
                                          </p:val>
                                        </p:tav>
                                        <p:tav tm="100000">
                                          <p:val>
                                            <p:strVal val="#ppt_h"/>
                                          </p:val>
                                        </p:tav>
                                      </p:tavLst>
                                    </p:anim>
                                    <p:animEffect transition="in" filter="fade">
                                      <p:cBhvr>
                                        <p:cTn id="16" dur="500"/>
                                        <p:tgtEl>
                                          <p:spTgt spid="8"/>
                                        </p:tgtEl>
                                      </p:cBhvr>
                                    </p:animEffect>
                                  </p:childTnLst>
                                </p:cTn>
                              </p:par>
                              <p:par>
                                <p:cTn id="17" presetID="42" presetClass="entr" presetSubtype="0" fill="hold" nodeType="withEffect">
                                  <p:stCondLst>
                                    <p:cond delay="800"/>
                                  </p:stCondLst>
                                  <p:childTnLst>
                                    <p:set>
                                      <p:cBhvr>
                                        <p:cTn id="18" dur="1" fill="hold">
                                          <p:stCondLst>
                                            <p:cond delay="0"/>
                                          </p:stCondLst>
                                        </p:cTn>
                                        <p:tgtEl>
                                          <p:spTgt spid="5"/>
                                        </p:tgtEl>
                                        <p:attrNameLst>
                                          <p:attrName>style.visibility</p:attrName>
                                        </p:attrNameLst>
                                      </p:cBhvr>
                                      <p:to>
                                        <p:strVal val="visible"/>
                                      </p:to>
                                    </p:set>
                                    <p:anim calcmode="lin" valueType="num">
                                      <p:cBhvr>
                                        <p:cTn id="19" dur="700" fill="hold"/>
                                        <p:tgtEl>
                                          <p:spTgt spid="5"/>
                                        </p:tgtEl>
                                        <p:attrNameLst>
                                          <p:attrName>ppt_y</p:attrName>
                                        </p:attrNameLst>
                                      </p:cBhvr>
                                      <p:tavLst>
                                        <p:tav tm="0">
                                          <p:val>
                                            <p:strVal val="#ppt_y+.026"/>
                                          </p:val>
                                        </p:tav>
                                        <p:tav tm="100000">
                                          <p:val>
                                            <p:strVal val="#ppt_y"/>
                                          </p:val>
                                        </p:tav>
                                      </p:tavLst>
                                    </p:anim>
                                    <p:animEffect transition="in" filter="fade">
                                      <p:cBhvr>
                                        <p:cTn id="20" dur="700"/>
                                        <p:tgtEl>
                                          <p:spTgt spid="5"/>
                                        </p:tgtEl>
                                      </p:cBhvr>
                                    </p:animEffect>
                                  </p:childTnLst>
                                </p:cTn>
                              </p:par>
                              <p:par>
                                <p:cTn id="21" presetID="42" presetClass="entr" presetSubtype="0" fill="hold" nodeType="withEffect">
                                  <p:stCondLst>
                                    <p:cond delay="1150"/>
                                  </p:stCondLst>
                                  <p:childTnLst>
                                    <p:set>
                                      <p:cBhvr>
                                        <p:cTn id="22" dur="1" fill="hold">
                                          <p:stCondLst>
                                            <p:cond delay="0"/>
                                          </p:stCondLst>
                                        </p:cTn>
                                        <p:tgtEl>
                                          <p:spTgt spid="6"/>
                                        </p:tgtEl>
                                        <p:attrNameLst>
                                          <p:attrName>style.visibility</p:attrName>
                                        </p:attrNameLst>
                                      </p:cBhvr>
                                      <p:to>
                                        <p:strVal val="visible"/>
                                      </p:to>
                                    </p:set>
                                    <p:anim calcmode="lin" valueType="num">
                                      <p:cBhvr>
                                        <p:cTn id="23" dur="700" fill="hold"/>
                                        <p:tgtEl>
                                          <p:spTgt spid="6"/>
                                        </p:tgtEl>
                                        <p:attrNameLst>
                                          <p:attrName>ppt_y</p:attrName>
                                        </p:attrNameLst>
                                      </p:cBhvr>
                                      <p:tavLst>
                                        <p:tav tm="0">
                                          <p:val>
                                            <p:strVal val="#ppt_y+.026"/>
                                          </p:val>
                                        </p:tav>
                                        <p:tav tm="100000">
                                          <p:val>
                                            <p:strVal val="#ppt_y"/>
                                          </p:val>
                                        </p:tav>
                                      </p:tavLst>
                                    </p:anim>
                                    <p:animEffect transition="in" filter="fade">
                                      <p:cBhvr>
                                        <p:cTn id="24" dur="700"/>
                                        <p:tgtEl>
                                          <p:spTgt spid="6"/>
                                        </p:tgtEl>
                                      </p:cBhvr>
                                    </p:animEffect>
                                  </p:childTnLst>
                                </p:cTn>
                              </p:par>
                              <p:par>
                                <p:cTn id="25" presetID="42" presetClass="entr" presetSubtype="0" fill="hold" nodeType="withEffect">
                                  <p:stCondLst>
                                    <p:cond delay="1500"/>
                                  </p:stCondLst>
                                  <p:childTnLst>
                                    <p:set>
                                      <p:cBhvr>
                                        <p:cTn id="26" dur="1" fill="hold">
                                          <p:stCondLst>
                                            <p:cond delay="0"/>
                                          </p:stCondLst>
                                        </p:cTn>
                                        <p:tgtEl>
                                          <p:spTgt spid="7"/>
                                        </p:tgtEl>
                                        <p:attrNameLst>
                                          <p:attrName>style.visibility</p:attrName>
                                        </p:attrNameLst>
                                      </p:cBhvr>
                                      <p:to>
                                        <p:strVal val="visible"/>
                                      </p:to>
                                    </p:set>
                                    <p:anim calcmode="lin" valueType="num">
                                      <p:cBhvr>
                                        <p:cTn id="27" dur="700" fill="hold"/>
                                        <p:tgtEl>
                                          <p:spTgt spid="7"/>
                                        </p:tgtEl>
                                        <p:attrNameLst>
                                          <p:attrName>ppt_y</p:attrName>
                                        </p:attrNameLst>
                                      </p:cBhvr>
                                      <p:tavLst>
                                        <p:tav tm="0">
                                          <p:val>
                                            <p:strVal val="#ppt_y+.026"/>
                                          </p:val>
                                        </p:tav>
                                        <p:tav tm="100000">
                                          <p:val>
                                            <p:strVal val="#ppt_y"/>
                                          </p:val>
                                        </p:tav>
                                      </p:tavLst>
                                    </p:anim>
                                    <p:animEffect transition="in" filter="fade">
                                      <p:cBhvr>
                                        <p:cTn id="28" dur="7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Nền" descr="bg_04.jpg"/>
          <p:cNvPicPr>
            <a:picLocks noChangeAspect="1"/>
          </p:cNvPicPr>
          <p:nvPr/>
        </p:nvPicPr>
        <p:blipFill>
          <a:blip r:embed="rId3"/>
          <a:stretch>
            <a:fillRect/>
          </a:stretch>
        </p:blipFill>
        <p:spPr>
          <a:xfrm>
            <a:off x="0" y="0"/>
            <a:ext cx="12192000" cy="6858000"/>
          </a:xfrm>
          <a:prstGeom prst="rect">
            <a:avLst/>
          </a:prstGeom>
        </p:spPr>
      </p:pic>
      <p:pic>
        <p:nvPicPr>
          <p:cNvPr id="3" name="Lớp 00 · float" descr="L_04_00.png"/>
          <p:cNvPicPr>
            <a:picLocks noChangeAspect="1"/>
          </p:cNvPicPr>
          <p:nvPr/>
        </p:nvPicPr>
        <p:blipFill>
          <a:blip r:embed="rId4"/>
          <a:stretch>
            <a:fillRect/>
          </a:stretch>
        </p:blipFill>
        <p:spPr>
          <a:xfrm>
            <a:off x="1299766" y="1730375"/>
            <a:ext cx="9592370" cy="321945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700" fill="hold"/>
                                        <p:tgtEl>
                                          <p:spTgt spid="3"/>
                                        </p:tgtEl>
                                        <p:attrNameLst>
                                          <p:attrName>ppt_y</p:attrName>
                                        </p:attrNameLst>
                                      </p:cBhvr>
                                      <p:tavLst>
                                        <p:tav tm="0">
                                          <p:val>
                                            <p:strVal val="#ppt_y+.026"/>
                                          </p:val>
                                        </p:tav>
                                        <p:tav tm="100000">
                                          <p:val>
                                            <p:strVal val="#ppt_y"/>
                                          </p:val>
                                        </p:tav>
                                      </p:tavLst>
                                    </p:anim>
                                    <p:animEffect transition="in" filter="fade">
                                      <p:cBhvr>
                                        <p:cTn id="8" dur="7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Nền" descr="bg_05.jpg"/>
          <p:cNvPicPr>
            <a:picLocks noChangeAspect="1"/>
          </p:cNvPicPr>
          <p:nvPr/>
        </p:nvPicPr>
        <p:blipFill>
          <a:blip r:embed="rId3"/>
          <a:stretch>
            <a:fillRect/>
          </a:stretch>
        </p:blipFill>
        <p:spPr>
          <a:xfrm>
            <a:off x="0" y="0"/>
            <a:ext cx="12192000" cy="6858000"/>
          </a:xfrm>
          <a:prstGeom prst="rect">
            <a:avLst/>
          </a:prstGeom>
        </p:spPr>
      </p:pic>
      <p:pic>
        <p:nvPicPr>
          <p:cNvPr id="3" name="Lớp 00 · float" descr="L_05_00.png"/>
          <p:cNvPicPr>
            <a:picLocks noChangeAspect="1"/>
          </p:cNvPicPr>
          <p:nvPr/>
        </p:nvPicPr>
        <p:blipFill>
          <a:blip r:embed="rId4"/>
          <a:stretch>
            <a:fillRect/>
          </a:stretch>
        </p:blipFill>
        <p:spPr>
          <a:xfrm>
            <a:off x="0" y="1935559"/>
            <a:ext cx="8382000" cy="2809081"/>
          </a:xfrm>
          <a:prstGeom prst="rect">
            <a:avLst/>
          </a:prstGeom>
        </p:spPr>
      </p:pic>
      <p:pic>
        <p:nvPicPr>
          <p:cNvPr id="4" name="Lớp 01 · zoom:1.2" descr="L_05_01.png"/>
          <p:cNvPicPr>
            <a:picLocks noChangeAspect="1"/>
          </p:cNvPicPr>
          <p:nvPr/>
        </p:nvPicPr>
        <p:blipFill>
          <a:blip r:embed="rId5"/>
          <a:stretch>
            <a:fillRect/>
          </a:stretch>
        </p:blipFill>
        <p:spPr>
          <a:xfrm>
            <a:off x="7302500" y="1004094"/>
            <a:ext cx="4889500" cy="4335462"/>
          </a:xfrm>
          <a:prstGeom prst="rect">
            <a:avLst/>
          </a:prstGeom>
        </p:spPr>
      </p:pic>
      <p:pic>
        <p:nvPicPr>
          <p:cNvPr id="5" name="Lớp 02 · ripple" descr="L_05_02.png"/>
          <p:cNvPicPr>
            <a:picLocks noChangeAspect="1"/>
          </p:cNvPicPr>
          <p:nvPr/>
        </p:nvPicPr>
        <p:blipFill>
          <a:blip r:embed="rId6"/>
          <a:stretch>
            <a:fillRect/>
          </a:stretch>
        </p:blipFill>
        <p:spPr>
          <a:xfrm>
            <a:off x="7327900" y="720725"/>
            <a:ext cx="4864100" cy="4902200"/>
          </a:xfrm>
          <a:prstGeom prst="rect">
            <a:avLst/>
          </a:prstGeom>
        </p:spPr>
      </p:pic>
      <p:pic>
        <p:nvPicPr>
          <p:cNvPr id="6" name="Lớp 03 · ripple" descr="L_05_02.png"/>
          <p:cNvPicPr>
            <a:picLocks noChangeAspect="1"/>
          </p:cNvPicPr>
          <p:nvPr/>
        </p:nvPicPr>
        <p:blipFill>
          <a:blip r:embed="rId6"/>
          <a:stretch>
            <a:fillRect/>
          </a:stretch>
        </p:blipFill>
        <p:spPr>
          <a:xfrm>
            <a:off x="7327900" y="720725"/>
            <a:ext cx="4864100" cy="4902200"/>
          </a:xfrm>
          <a:prstGeom prst="rect">
            <a:avLst/>
          </a:prstGeom>
        </p:spPr>
      </p:pic>
      <p:pic>
        <p:nvPicPr>
          <p:cNvPr id="7" name="Lớp 04 · ripple" descr="L_05_02.png"/>
          <p:cNvPicPr>
            <a:picLocks noChangeAspect="1"/>
          </p:cNvPicPr>
          <p:nvPr/>
        </p:nvPicPr>
        <p:blipFill>
          <a:blip r:embed="rId6"/>
          <a:stretch>
            <a:fillRect/>
          </a:stretch>
        </p:blipFill>
        <p:spPr>
          <a:xfrm>
            <a:off x="7327900" y="720725"/>
            <a:ext cx="4864100" cy="4902200"/>
          </a:xfrm>
          <a:prstGeom prst="rect">
            <a:avLst/>
          </a:prstGeom>
        </p:spPr>
      </p:pic>
      <p:pic>
        <p:nvPicPr>
          <p:cNvPr id="8" name="Lớp 05 · sharpen" descr="L_05_05.png"/>
          <p:cNvPicPr>
            <a:picLocks noChangeAspect="1"/>
          </p:cNvPicPr>
          <p:nvPr/>
        </p:nvPicPr>
        <p:blipFill>
          <a:blip r:embed="rId7"/>
          <a:stretch>
            <a:fillRect/>
          </a:stretch>
        </p:blipFill>
        <p:spPr>
          <a:xfrm>
            <a:off x="7302500" y="1004094"/>
            <a:ext cx="4889500" cy="4335462"/>
          </a:xfrm>
          <a:prstGeom prst="rect">
            <a:avLst/>
          </a:prstGeom>
        </p:spPr>
      </p:pic>
      <p:pic>
        <p:nvPicPr>
          <p:cNvPr id="9" name="Lớp 06 · scan" descr="L_05_06.png"/>
          <p:cNvPicPr>
            <a:picLocks noChangeAspect="1"/>
          </p:cNvPicPr>
          <p:nvPr/>
        </p:nvPicPr>
        <p:blipFill>
          <a:blip r:embed="rId8"/>
          <a:stretch>
            <a:fillRect/>
          </a:stretch>
        </p:blipFill>
        <p:spPr>
          <a:xfrm>
            <a:off x="7302500" y="2292548"/>
            <a:ext cx="4889500" cy="168275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700" fill="hold"/>
                                        <p:tgtEl>
                                          <p:spTgt spid="3"/>
                                        </p:tgtEl>
                                        <p:attrNameLst>
                                          <p:attrName>ppt_y</p:attrName>
                                        </p:attrNameLst>
                                      </p:cBhvr>
                                      <p:tavLst>
                                        <p:tav tm="0">
                                          <p:val>
                                            <p:strVal val="#ppt_y+.026"/>
                                          </p:val>
                                        </p:tav>
                                        <p:tav tm="100000">
                                          <p:val>
                                            <p:strVal val="#ppt_y"/>
                                          </p:val>
                                        </p:tav>
                                      </p:tavLst>
                                    </p:anim>
                                    <p:animEffect transition="in" filter="fade">
                                      <p:cBhvr>
                                        <p:cTn id="8" dur="700"/>
                                        <p:tgtEl>
                                          <p:spTgt spid="3"/>
                                        </p:tgtEl>
                                      </p:cBhvr>
                                    </p:animEffect>
                                  </p:childTnLst>
                                </p:cTn>
                              </p:par>
                              <p:par>
                                <p:cTn id="9" presetID="53" presetClass="entr" presetSubtype="16" fill="hold" nodeType="withEffect">
                                  <p:stCondLst>
                                    <p:cond delay="800"/>
                                  </p:stCondLst>
                                  <p:childTnLst>
                                    <p:set>
                                      <p:cBhvr>
                                        <p:cTn id="10" dur="1" fill="hold">
                                          <p:stCondLst>
                                            <p:cond delay="0"/>
                                          </p:stCondLst>
                                        </p:cTn>
                                        <p:tgtEl>
                                          <p:spTgt spid="5"/>
                                        </p:tgtEl>
                                        <p:attrNameLst>
                                          <p:attrName>style.visibility</p:attrName>
                                        </p:attrNameLst>
                                      </p:cBhvr>
                                      <p:to>
                                        <p:strVal val="visible"/>
                                      </p:to>
                                    </p:set>
                                    <p:anim calcmode="lin" valueType="num">
                                      <p:cBhvr>
                                        <p:cTn id="11" dur="605" fill="hold"/>
                                        <p:tgtEl>
                                          <p:spTgt spid="5"/>
                                        </p:tgtEl>
                                        <p:attrNameLst>
                                          <p:attrName>ppt_w</p:attrName>
                                        </p:attrNameLst>
                                      </p:cBhvr>
                                      <p:tavLst>
                                        <p:tav tm="0">
                                          <p:val>
                                            <p:strVal val="#ppt_w*.2"/>
                                          </p:val>
                                        </p:tav>
                                        <p:tav tm="100000">
                                          <p:val>
                                            <p:strVal val="#ppt_w"/>
                                          </p:val>
                                        </p:tav>
                                      </p:tavLst>
                                    </p:anim>
                                    <p:anim calcmode="lin" valueType="num">
                                      <p:cBhvr>
                                        <p:cTn id="12" dur="605" fill="hold"/>
                                        <p:tgtEl>
                                          <p:spTgt spid="5"/>
                                        </p:tgtEl>
                                        <p:attrNameLst>
                                          <p:attrName>ppt_h</p:attrName>
                                        </p:attrNameLst>
                                      </p:cBhvr>
                                      <p:tavLst>
                                        <p:tav tm="0">
                                          <p:val>
                                            <p:strVal val="#ppt_h*.2"/>
                                          </p:val>
                                        </p:tav>
                                        <p:tav tm="100000">
                                          <p:val>
                                            <p:strVal val="#ppt_h"/>
                                          </p:val>
                                        </p:tav>
                                      </p:tavLst>
                                    </p:anim>
                                    <p:animEffect transition="in" filter="fade">
                                      <p:cBhvr>
                                        <p:cTn id="13" dur="605"/>
                                        <p:tgtEl>
                                          <p:spTgt spid="5"/>
                                        </p:tgtEl>
                                      </p:cBhvr>
                                    </p:animEffect>
                                  </p:childTnLst>
                                </p:cTn>
                              </p:par>
                              <p:par>
                                <p:cTn id="14" presetID="10" presetClass="exit" presetSubtype="0" fill="hold" nodeType="withEffect">
                                  <p:stCondLst>
                                    <p:cond delay="1405"/>
                                  </p:stCondLst>
                                  <p:childTnLst>
                                    <p:set>
                                      <p:cBhvr>
                                        <p:cTn id="15" dur="1" fill="hold">
                                          <p:stCondLst>
                                            <p:cond delay="494"/>
                                          </p:stCondLst>
                                        </p:cTn>
                                        <p:tgtEl>
                                          <p:spTgt spid="5"/>
                                        </p:tgtEl>
                                        <p:attrNameLst>
                                          <p:attrName>style.visibility</p:attrName>
                                        </p:attrNameLst>
                                      </p:cBhvr>
                                      <p:to>
                                        <p:strVal val="hidden"/>
                                      </p:to>
                                    </p:set>
                                    <p:animEffect transition="out" filter="fade">
                                      <p:cBhvr>
                                        <p:cTn id="16" dur="495"/>
                                        <p:tgtEl>
                                          <p:spTgt spid="5"/>
                                        </p:tgtEl>
                                      </p:cBhvr>
                                    </p:animEffect>
                                  </p:childTnLst>
                                </p:cTn>
                              </p:par>
                              <p:par>
                                <p:cTn id="17" presetID="53" presetClass="entr" presetSubtype="16" fill="hold" nodeType="withEffect">
                                  <p:stCondLst>
                                    <p:cond delay="1050"/>
                                  </p:stCondLst>
                                  <p:childTnLst>
                                    <p:set>
                                      <p:cBhvr>
                                        <p:cTn id="18" dur="1" fill="hold">
                                          <p:stCondLst>
                                            <p:cond delay="0"/>
                                          </p:stCondLst>
                                        </p:cTn>
                                        <p:tgtEl>
                                          <p:spTgt spid="6"/>
                                        </p:tgtEl>
                                        <p:attrNameLst>
                                          <p:attrName>style.visibility</p:attrName>
                                        </p:attrNameLst>
                                      </p:cBhvr>
                                      <p:to>
                                        <p:strVal val="visible"/>
                                      </p:to>
                                    </p:set>
                                    <p:anim calcmode="lin" valueType="num">
                                      <p:cBhvr>
                                        <p:cTn id="19" dur="605" fill="hold"/>
                                        <p:tgtEl>
                                          <p:spTgt spid="6"/>
                                        </p:tgtEl>
                                        <p:attrNameLst>
                                          <p:attrName>ppt_w</p:attrName>
                                        </p:attrNameLst>
                                      </p:cBhvr>
                                      <p:tavLst>
                                        <p:tav tm="0">
                                          <p:val>
                                            <p:strVal val="#ppt_w*.2"/>
                                          </p:val>
                                        </p:tav>
                                        <p:tav tm="100000">
                                          <p:val>
                                            <p:strVal val="#ppt_w"/>
                                          </p:val>
                                        </p:tav>
                                      </p:tavLst>
                                    </p:anim>
                                    <p:anim calcmode="lin" valueType="num">
                                      <p:cBhvr>
                                        <p:cTn id="20" dur="605" fill="hold"/>
                                        <p:tgtEl>
                                          <p:spTgt spid="6"/>
                                        </p:tgtEl>
                                        <p:attrNameLst>
                                          <p:attrName>ppt_h</p:attrName>
                                        </p:attrNameLst>
                                      </p:cBhvr>
                                      <p:tavLst>
                                        <p:tav tm="0">
                                          <p:val>
                                            <p:strVal val="#ppt_h*.2"/>
                                          </p:val>
                                        </p:tav>
                                        <p:tav tm="100000">
                                          <p:val>
                                            <p:strVal val="#ppt_h"/>
                                          </p:val>
                                        </p:tav>
                                      </p:tavLst>
                                    </p:anim>
                                    <p:animEffect transition="in" filter="fade">
                                      <p:cBhvr>
                                        <p:cTn id="21" dur="605"/>
                                        <p:tgtEl>
                                          <p:spTgt spid="6"/>
                                        </p:tgtEl>
                                      </p:cBhvr>
                                    </p:animEffect>
                                  </p:childTnLst>
                                </p:cTn>
                              </p:par>
                              <p:par>
                                <p:cTn id="22" presetID="10" presetClass="exit" presetSubtype="0" fill="hold" nodeType="withEffect">
                                  <p:stCondLst>
                                    <p:cond delay="1655"/>
                                  </p:stCondLst>
                                  <p:childTnLst>
                                    <p:set>
                                      <p:cBhvr>
                                        <p:cTn id="23" dur="1" fill="hold">
                                          <p:stCondLst>
                                            <p:cond delay="494"/>
                                          </p:stCondLst>
                                        </p:cTn>
                                        <p:tgtEl>
                                          <p:spTgt spid="6"/>
                                        </p:tgtEl>
                                        <p:attrNameLst>
                                          <p:attrName>style.visibility</p:attrName>
                                        </p:attrNameLst>
                                      </p:cBhvr>
                                      <p:to>
                                        <p:strVal val="hidden"/>
                                      </p:to>
                                    </p:set>
                                    <p:animEffect transition="out" filter="fade">
                                      <p:cBhvr>
                                        <p:cTn id="24" dur="495"/>
                                        <p:tgtEl>
                                          <p:spTgt spid="6"/>
                                        </p:tgtEl>
                                      </p:cBhvr>
                                    </p:animEffect>
                                  </p:childTnLst>
                                </p:cTn>
                              </p:par>
                              <p:par>
                                <p:cTn id="25" presetID="10" presetClass="entr" presetSubtype="0" fill="hold" nodeType="withEffect">
                                  <p:stCondLst>
                                    <p:cond delay="1200"/>
                                  </p:stCondLst>
                                  <p:childTnLst>
                                    <p:set>
                                      <p:cBhvr>
                                        <p:cTn id="26" dur="1" fill="hold">
                                          <p:stCondLst>
                                            <p:cond delay="0"/>
                                          </p:stCondLst>
                                        </p:cTn>
                                        <p:tgtEl>
                                          <p:spTgt spid="8"/>
                                        </p:tgtEl>
                                        <p:attrNameLst>
                                          <p:attrName>style.visibility</p:attrName>
                                        </p:attrNameLst>
                                      </p:cBhvr>
                                      <p:to>
                                        <p:strVal val="visible"/>
                                      </p:to>
                                    </p:set>
                                    <p:animEffect transition="in" filter="fade">
                                      <p:cBhvr>
                                        <p:cTn id="27" dur="1300"/>
                                        <p:tgtEl>
                                          <p:spTgt spid="8"/>
                                        </p:tgtEl>
                                      </p:cBhvr>
                                    </p:animEffect>
                                  </p:childTnLst>
                                </p:cTn>
                              </p:par>
                              <p:par>
                                <p:cTn id="28" presetID="53" presetClass="entr" presetSubtype="16" fill="hold" nodeType="withEffect">
                                  <p:stCondLst>
                                    <p:cond delay="1300"/>
                                  </p:stCondLst>
                                  <p:childTnLst>
                                    <p:set>
                                      <p:cBhvr>
                                        <p:cTn id="29" dur="1" fill="hold">
                                          <p:stCondLst>
                                            <p:cond delay="0"/>
                                          </p:stCondLst>
                                        </p:cTn>
                                        <p:tgtEl>
                                          <p:spTgt spid="7"/>
                                        </p:tgtEl>
                                        <p:attrNameLst>
                                          <p:attrName>style.visibility</p:attrName>
                                        </p:attrNameLst>
                                      </p:cBhvr>
                                      <p:to>
                                        <p:strVal val="visible"/>
                                      </p:to>
                                    </p:set>
                                    <p:anim calcmode="lin" valueType="num">
                                      <p:cBhvr>
                                        <p:cTn id="30" dur="605" fill="hold"/>
                                        <p:tgtEl>
                                          <p:spTgt spid="7"/>
                                        </p:tgtEl>
                                        <p:attrNameLst>
                                          <p:attrName>ppt_w</p:attrName>
                                        </p:attrNameLst>
                                      </p:cBhvr>
                                      <p:tavLst>
                                        <p:tav tm="0">
                                          <p:val>
                                            <p:strVal val="#ppt_w*.2"/>
                                          </p:val>
                                        </p:tav>
                                        <p:tav tm="100000">
                                          <p:val>
                                            <p:strVal val="#ppt_w"/>
                                          </p:val>
                                        </p:tav>
                                      </p:tavLst>
                                    </p:anim>
                                    <p:anim calcmode="lin" valueType="num">
                                      <p:cBhvr>
                                        <p:cTn id="31" dur="605" fill="hold"/>
                                        <p:tgtEl>
                                          <p:spTgt spid="7"/>
                                        </p:tgtEl>
                                        <p:attrNameLst>
                                          <p:attrName>ppt_h</p:attrName>
                                        </p:attrNameLst>
                                      </p:cBhvr>
                                      <p:tavLst>
                                        <p:tav tm="0">
                                          <p:val>
                                            <p:strVal val="#ppt_h*.2"/>
                                          </p:val>
                                        </p:tav>
                                        <p:tav tm="100000">
                                          <p:val>
                                            <p:strVal val="#ppt_h"/>
                                          </p:val>
                                        </p:tav>
                                      </p:tavLst>
                                    </p:anim>
                                    <p:animEffect transition="in" filter="fade">
                                      <p:cBhvr>
                                        <p:cTn id="32" dur="605"/>
                                        <p:tgtEl>
                                          <p:spTgt spid="7"/>
                                        </p:tgtEl>
                                      </p:cBhvr>
                                    </p:animEffect>
                                  </p:childTnLst>
                                </p:cTn>
                              </p:par>
                              <p:par>
                                <p:cTn id="33" presetID="10" presetClass="exit" presetSubtype="0" fill="hold" nodeType="withEffect">
                                  <p:stCondLst>
                                    <p:cond delay="1905"/>
                                  </p:stCondLst>
                                  <p:childTnLst>
                                    <p:set>
                                      <p:cBhvr>
                                        <p:cTn id="34" dur="1" fill="hold">
                                          <p:stCondLst>
                                            <p:cond delay="494"/>
                                          </p:stCondLst>
                                        </p:cTn>
                                        <p:tgtEl>
                                          <p:spTgt spid="7"/>
                                        </p:tgtEl>
                                        <p:attrNameLst>
                                          <p:attrName>style.visibility</p:attrName>
                                        </p:attrNameLst>
                                      </p:cBhvr>
                                      <p:to>
                                        <p:strVal val="hidden"/>
                                      </p:to>
                                    </p:set>
                                    <p:animEffect transition="out" filter="fade">
                                      <p:cBhvr>
                                        <p:cTn id="35" dur="495"/>
                                        <p:tgtEl>
                                          <p:spTgt spid="7"/>
                                        </p:tgtEl>
                                      </p:cBhvr>
                                    </p:animEffect>
                                  </p:childTnLst>
                                </p:cTn>
                              </p:par>
                              <p:par>
                                <p:cTn id="36" presetID="53" presetClass="entr" presetSubtype="16" fill="hold" nodeType="withEffect">
                                  <p:stCondLst>
                                    <p:cond delay="2300"/>
                                  </p:stCondLst>
                                  <p:childTnLst>
                                    <p:set>
                                      <p:cBhvr>
                                        <p:cTn id="37" dur="1" fill="hold">
                                          <p:stCondLst>
                                            <p:cond delay="0"/>
                                          </p:stCondLst>
                                        </p:cTn>
                                        <p:tgtEl>
                                          <p:spTgt spid="4"/>
                                        </p:tgtEl>
                                        <p:attrNameLst>
                                          <p:attrName>style.visibility</p:attrName>
                                        </p:attrNameLst>
                                      </p:cBhvr>
                                      <p:to>
                                        <p:strVal val="visible"/>
                                      </p:to>
                                    </p:set>
                                    <p:anim calcmode="lin" valueType="num">
                                      <p:cBhvr>
                                        <p:cTn id="38" dur="500" fill="hold"/>
                                        <p:tgtEl>
                                          <p:spTgt spid="4"/>
                                        </p:tgtEl>
                                        <p:attrNameLst>
                                          <p:attrName>ppt_w</p:attrName>
                                        </p:attrNameLst>
                                      </p:cBhvr>
                                      <p:tavLst>
                                        <p:tav tm="0">
                                          <p:val>
                                            <p:strVal val="#ppt_w*1.2"/>
                                          </p:val>
                                        </p:tav>
                                        <p:tav tm="100000">
                                          <p:val>
                                            <p:strVal val="#ppt_w"/>
                                          </p:val>
                                        </p:tav>
                                      </p:tavLst>
                                    </p:anim>
                                    <p:anim calcmode="lin" valueType="num">
                                      <p:cBhvr>
                                        <p:cTn id="39" dur="500" fill="hold"/>
                                        <p:tgtEl>
                                          <p:spTgt spid="4"/>
                                        </p:tgtEl>
                                        <p:attrNameLst>
                                          <p:attrName>ppt_h</p:attrName>
                                        </p:attrNameLst>
                                      </p:cBhvr>
                                      <p:tavLst>
                                        <p:tav tm="0">
                                          <p:val>
                                            <p:strVal val="#ppt_h*1.2"/>
                                          </p:val>
                                        </p:tav>
                                        <p:tav tm="100000">
                                          <p:val>
                                            <p:strVal val="#ppt_h"/>
                                          </p:val>
                                        </p:tav>
                                      </p:tavLst>
                                    </p:anim>
                                    <p:animEffect transition="in" filter="fade">
                                      <p:cBhvr>
                                        <p:cTn id="40" dur="500"/>
                                        <p:tgtEl>
                                          <p:spTgt spid="4"/>
                                        </p:tgtEl>
                                      </p:cBhvr>
                                    </p:animEffect>
                                  </p:childTnLst>
                                </p:cTn>
                              </p:par>
                              <p:par>
                                <p:cTn id="41" presetID="10" presetClass="entr" presetSubtype="0" fill="hold" nodeType="withEffect">
                                  <p:stCondLst>
                                    <p:cond delay="2500"/>
                                  </p:stCondLst>
                                  <p:childTnLst>
                                    <p:set>
                                      <p:cBhvr>
                                        <p:cTn id="42" dur="1" fill="hold">
                                          <p:stCondLst>
                                            <p:cond delay="0"/>
                                          </p:stCondLst>
                                        </p:cTn>
                                        <p:tgtEl>
                                          <p:spTgt spid="9"/>
                                        </p:tgtEl>
                                        <p:attrNameLst>
                                          <p:attrName>style.visibility</p:attrName>
                                        </p:attrNameLst>
                                      </p:cBhvr>
                                      <p:to>
                                        <p:strVal val="visible"/>
                                      </p:to>
                                    </p:set>
                                    <p:animEffect transition="in" filter="fade">
                                      <p:cBhvr>
                                        <p:cTn id="43" dur="150"/>
                                        <p:tgtEl>
                                          <p:spTgt spid="9"/>
                                        </p:tgtEl>
                                      </p:cBhvr>
                                    </p:animEffect>
                                    <p:anim calcmode="lin" valueType="num">
                                      <p:cBhvr>
                                        <p:cTn id="44" dur="1300" fill="hold"/>
                                        <p:tgtEl>
                                          <p:spTgt spid="9"/>
                                        </p:tgtEl>
                                        <p:attrNameLst>
                                          <p:attrName>ppt_y</p:attrName>
                                        </p:attrNameLst>
                                      </p:cBhvr>
                                      <p:tavLst>
                                        <p:tav tm="0">
                                          <p:val>
                                            <p:strVal val="#ppt_y-0.2035"/>
                                          </p:val>
                                        </p:tav>
                                        <p:tav tm="100000">
                                          <p:val>
                                            <p:strVal val="#ppt_y+0.2035"/>
                                          </p:val>
                                        </p:tav>
                                      </p:tavLst>
                                    </p:anim>
                                  </p:childTnLst>
                                </p:cTn>
                              </p:par>
                              <p:par>
                                <p:cTn id="45" presetID="10" presetClass="exit" presetSubtype="0" fill="hold" nodeType="withEffect">
                                  <p:stCondLst>
                                    <p:cond delay="3600"/>
                                  </p:stCondLst>
                                  <p:childTnLst>
                                    <p:set>
                                      <p:cBhvr>
                                        <p:cTn id="46" dur="1" fill="hold">
                                          <p:stCondLst>
                                            <p:cond delay="199"/>
                                          </p:stCondLst>
                                        </p:cTn>
                                        <p:tgtEl>
                                          <p:spTgt spid="9"/>
                                        </p:tgtEl>
                                        <p:attrNameLst>
                                          <p:attrName>style.visibility</p:attrName>
                                        </p:attrNameLst>
                                      </p:cBhvr>
                                      <p:to>
                                        <p:strVal val="hidden"/>
                                      </p:to>
                                    </p:set>
                                    <p:animEffect transition="out" filter="fade">
                                      <p:cBhvr>
                                        <p:cTn id="47" dur="2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Nền" descr="bg_06.jpg"/>
          <p:cNvPicPr>
            <a:picLocks noChangeAspect="1"/>
          </p:cNvPicPr>
          <p:nvPr/>
        </p:nvPicPr>
        <p:blipFill>
          <a:blip r:embed="rId3"/>
          <a:stretch>
            <a:fillRect/>
          </a:stretch>
        </p:blipFill>
        <p:spPr>
          <a:xfrm>
            <a:off x="0" y="0"/>
            <a:ext cx="12192000" cy="6858000"/>
          </a:xfrm>
          <a:prstGeom prst="rect">
            <a:avLst/>
          </a:prstGeom>
        </p:spPr>
      </p:pic>
      <p:pic>
        <p:nvPicPr>
          <p:cNvPr id="3" name="Lớp 00 · float" descr="L_06_00.png"/>
          <p:cNvPicPr>
            <a:picLocks noChangeAspect="1"/>
          </p:cNvPicPr>
          <p:nvPr/>
        </p:nvPicPr>
        <p:blipFill>
          <a:blip r:embed="rId4"/>
          <a:stretch>
            <a:fillRect/>
          </a:stretch>
        </p:blipFill>
        <p:spPr>
          <a:xfrm>
            <a:off x="0" y="1548209"/>
            <a:ext cx="8382000" cy="2809081"/>
          </a:xfrm>
          <a:prstGeom prst="rect">
            <a:avLst/>
          </a:prstGeom>
        </p:spPr>
      </p:pic>
      <p:pic>
        <p:nvPicPr>
          <p:cNvPr id="4" name="Lớp 01 · float" descr="L_06_01.png"/>
          <p:cNvPicPr>
            <a:picLocks noChangeAspect="1"/>
          </p:cNvPicPr>
          <p:nvPr/>
        </p:nvPicPr>
        <p:blipFill>
          <a:blip r:embed="rId5"/>
          <a:stretch>
            <a:fillRect/>
          </a:stretch>
        </p:blipFill>
        <p:spPr>
          <a:xfrm>
            <a:off x="0" y="3049191"/>
            <a:ext cx="8382000" cy="2082800"/>
          </a:xfrm>
          <a:prstGeom prst="rect">
            <a:avLst/>
          </a:prstGeom>
        </p:spPr>
      </p:pic>
      <p:pic>
        <p:nvPicPr>
          <p:cNvPr id="5" name="Lớp 02 · zoom:1.2" descr="L_06_02.png"/>
          <p:cNvPicPr>
            <a:picLocks noChangeAspect="1"/>
          </p:cNvPicPr>
          <p:nvPr/>
        </p:nvPicPr>
        <p:blipFill>
          <a:blip r:embed="rId6"/>
          <a:stretch>
            <a:fillRect/>
          </a:stretch>
        </p:blipFill>
        <p:spPr>
          <a:xfrm>
            <a:off x="7302500" y="741263"/>
            <a:ext cx="4889500" cy="4335462"/>
          </a:xfrm>
          <a:prstGeom prst="rect">
            <a:avLst/>
          </a:prstGeom>
        </p:spPr>
      </p:pic>
      <p:pic>
        <p:nvPicPr>
          <p:cNvPr id="6" name="Lớp 03 · fade" descr="L_06_03.png"/>
          <p:cNvPicPr>
            <a:picLocks noChangeAspect="1"/>
          </p:cNvPicPr>
          <p:nvPr/>
        </p:nvPicPr>
        <p:blipFill>
          <a:blip r:embed="rId7"/>
          <a:stretch>
            <a:fillRect/>
          </a:stretch>
        </p:blipFill>
        <p:spPr>
          <a:xfrm>
            <a:off x="7302500" y="3641626"/>
            <a:ext cx="4889500" cy="2297311"/>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700" fill="hold"/>
                                        <p:tgtEl>
                                          <p:spTgt spid="3"/>
                                        </p:tgtEl>
                                        <p:attrNameLst>
                                          <p:attrName>ppt_y</p:attrName>
                                        </p:attrNameLst>
                                      </p:cBhvr>
                                      <p:tavLst>
                                        <p:tav tm="0">
                                          <p:val>
                                            <p:strVal val="#ppt_y+.026"/>
                                          </p:val>
                                        </p:tav>
                                        <p:tav tm="100000">
                                          <p:val>
                                            <p:strVal val="#ppt_y"/>
                                          </p:val>
                                        </p:tav>
                                      </p:tavLst>
                                    </p:anim>
                                    <p:animEffect transition="in" filter="fade">
                                      <p:cBhvr>
                                        <p:cTn id="8" dur="700"/>
                                        <p:tgtEl>
                                          <p:spTgt spid="3"/>
                                        </p:tgtEl>
                                      </p:cBhvr>
                                    </p:animEffect>
                                  </p:childTnLst>
                                </p:cTn>
                              </p:par>
                              <p:par>
                                <p:cTn id="9" presetID="53" presetClass="entr" presetSubtype="16" fill="hold" nodeType="withEffect">
                                  <p:stCondLst>
                                    <p:cond delay="200"/>
                                  </p:stCondLst>
                                  <p:childTnLst>
                                    <p:set>
                                      <p:cBhvr>
                                        <p:cTn id="10" dur="1" fill="hold">
                                          <p:stCondLst>
                                            <p:cond delay="0"/>
                                          </p:stCondLst>
                                        </p:cTn>
                                        <p:tgtEl>
                                          <p:spTgt spid="5"/>
                                        </p:tgtEl>
                                        <p:attrNameLst>
                                          <p:attrName>style.visibility</p:attrName>
                                        </p:attrNameLst>
                                      </p:cBhvr>
                                      <p:to>
                                        <p:strVal val="visible"/>
                                      </p:to>
                                    </p:set>
                                    <p:anim calcmode="lin" valueType="num">
                                      <p:cBhvr>
                                        <p:cTn id="11" dur="500" fill="hold"/>
                                        <p:tgtEl>
                                          <p:spTgt spid="5"/>
                                        </p:tgtEl>
                                        <p:attrNameLst>
                                          <p:attrName>ppt_w</p:attrName>
                                        </p:attrNameLst>
                                      </p:cBhvr>
                                      <p:tavLst>
                                        <p:tav tm="0">
                                          <p:val>
                                            <p:strVal val="#ppt_w*1.2"/>
                                          </p:val>
                                        </p:tav>
                                        <p:tav tm="100000">
                                          <p:val>
                                            <p:strVal val="#ppt_w"/>
                                          </p:val>
                                        </p:tav>
                                      </p:tavLst>
                                    </p:anim>
                                    <p:anim calcmode="lin" valueType="num">
                                      <p:cBhvr>
                                        <p:cTn id="12" dur="500" fill="hold"/>
                                        <p:tgtEl>
                                          <p:spTgt spid="5"/>
                                        </p:tgtEl>
                                        <p:attrNameLst>
                                          <p:attrName>ppt_h</p:attrName>
                                        </p:attrNameLst>
                                      </p:cBhvr>
                                      <p:tavLst>
                                        <p:tav tm="0">
                                          <p:val>
                                            <p:strVal val="#ppt_h*1.2"/>
                                          </p:val>
                                        </p:tav>
                                        <p:tav tm="100000">
                                          <p:val>
                                            <p:strVal val="#ppt_h"/>
                                          </p:val>
                                        </p:tav>
                                      </p:tavLst>
                                    </p:anim>
                                    <p:animEffect transition="in" filter="fade">
                                      <p:cBhvr>
                                        <p:cTn id="13" dur="500"/>
                                        <p:tgtEl>
                                          <p:spTgt spid="5"/>
                                        </p:tgtEl>
                                      </p:cBhvr>
                                    </p:animEffect>
                                  </p:childTnLst>
                                </p:cTn>
                              </p:par>
                              <p:par>
                                <p:cTn id="14" presetID="42" presetClass="entr" presetSubtype="0" fill="hold" nodeType="withEffect">
                                  <p:stCondLst>
                                    <p:cond delay="500"/>
                                  </p:stCondLst>
                                  <p:childTnLst>
                                    <p:set>
                                      <p:cBhvr>
                                        <p:cTn id="15" dur="1" fill="hold">
                                          <p:stCondLst>
                                            <p:cond delay="0"/>
                                          </p:stCondLst>
                                        </p:cTn>
                                        <p:tgtEl>
                                          <p:spTgt spid="4"/>
                                        </p:tgtEl>
                                        <p:attrNameLst>
                                          <p:attrName>style.visibility</p:attrName>
                                        </p:attrNameLst>
                                      </p:cBhvr>
                                      <p:to>
                                        <p:strVal val="visible"/>
                                      </p:to>
                                    </p:set>
                                    <p:anim calcmode="lin" valueType="num">
                                      <p:cBhvr>
                                        <p:cTn id="16" dur="700" fill="hold"/>
                                        <p:tgtEl>
                                          <p:spTgt spid="4"/>
                                        </p:tgtEl>
                                        <p:attrNameLst>
                                          <p:attrName>ppt_y</p:attrName>
                                        </p:attrNameLst>
                                      </p:cBhvr>
                                      <p:tavLst>
                                        <p:tav tm="0">
                                          <p:val>
                                            <p:strVal val="#ppt_y+.026"/>
                                          </p:val>
                                        </p:tav>
                                        <p:tav tm="100000">
                                          <p:val>
                                            <p:strVal val="#ppt_y"/>
                                          </p:val>
                                        </p:tav>
                                      </p:tavLst>
                                    </p:anim>
                                    <p:animEffect transition="in" filter="fade">
                                      <p:cBhvr>
                                        <p:cTn id="17" dur="700"/>
                                        <p:tgtEl>
                                          <p:spTgt spid="4"/>
                                        </p:tgtEl>
                                      </p:cBhvr>
                                    </p:animEffect>
                                  </p:childTnLst>
                                </p:cTn>
                              </p:par>
                              <p:par>
                                <p:cTn id="18" presetID="10" presetClass="entr" presetSubtype="0" fill="hold" nodeType="withEffect">
                                  <p:stCondLst>
                                    <p:cond delay="500"/>
                                  </p:stCondLst>
                                  <p:childTnLst>
                                    <p:set>
                                      <p:cBhvr>
                                        <p:cTn id="19" dur="1" fill="hold">
                                          <p:stCondLst>
                                            <p:cond delay="0"/>
                                          </p:stCondLst>
                                        </p:cTn>
                                        <p:tgtEl>
                                          <p:spTgt spid="6"/>
                                        </p:tgtEl>
                                        <p:attrNameLst>
                                          <p:attrName>style.visibility</p:attrName>
                                        </p:attrNameLst>
                                      </p:cBhvr>
                                      <p:to>
                                        <p:strVal val="visible"/>
                                      </p:to>
                                    </p:set>
                                    <p:animEffect transition="in" filter="fade">
                                      <p:cBhvr>
                                        <p:cTn id="20" dur="7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Nền" descr="bg_07.jpg"/>
          <p:cNvPicPr>
            <a:picLocks noChangeAspect="1"/>
          </p:cNvPicPr>
          <p:nvPr/>
        </p:nvPicPr>
        <p:blipFill>
          <a:blip r:embed="rId3"/>
          <a:stretch>
            <a:fillRect/>
          </a:stretch>
        </p:blipFill>
        <p:spPr>
          <a:xfrm>
            <a:off x="0" y="0"/>
            <a:ext cx="12192000" cy="6858000"/>
          </a:xfrm>
          <a:prstGeom prst="rect">
            <a:avLst/>
          </a:prstGeom>
        </p:spPr>
      </p:pic>
      <p:pic>
        <p:nvPicPr>
          <p:cNvPr id="3" name="Lớp 00 · fade" descr="L_07_00.png"/>
          <p:cNvPicPr>
            <a:picLocks noChangeAspect="1"/>
          </p:cNvPicPr>
          <p:nvPr/>
        </p:nvPicPr>
        <p:blipFill>
          <a:blip r:embed="rId4"/>
          <a:stretch>
            <a:fillRect/>
          </a:stretch>
        </p:blipFill>
        <p:spPr>
          <a:xfrm>
            <a:off x="0" y="663575"/>
            <a:ext cx="6648152" cy="1822450"/>
          </a:xfrm>
          <a:prstGeom prst="rect">
            <a:avLst/>
          </a:prstGeom>
        </p:spPr>
      </p:pic>
      <p:pic>
        <p:nvPicPr>
          <p:cNvPr id="4" name="Lớp 01 · fade" descr="L_07_01.png"/>
          <p:cNvPicPr>
            <a:picLocks noChangeAspect="1"/>
          </p:cNvPicPr>
          <p:nvPr/>
        </p:nvPicPr>
        <p:blipFill>
          <a:blip r:embed="rId5"/>
          <a:stretch>
            <a:fillRect/>
          </a:stretch>
        </p:blipFill>
        <p:spPr>
          <a:xfrm>
            <a:off x="0" y="1025525"/>
            <a:ext cx="4235450" cy="3003550"/>
          </a:xfrm>
          <a:prstGeom prst="rect">
            <a:avLst/>
          </a:prstGeom>
        </p:spPr>
      </p:pic>
      <p:pic>
        <p:nvPicPr>
          <p:cNvPr id="5" name="Lớp 02 · float" descr="L_07_02.png"/>
          <p:cNvPicPr>
            <a:picLocks noChangeAspect="1"/>
          </p:cNvPicPr>
          <p:nvPr/>
        </p:nvPicPr>
        <p:blipFill>
          <a:blip r:embed="rId6"/>
          <a:stretch>
            <a:fillRect/>
          </a:stretch>
        </p:blipFill>
        <p:spPr>
          <a:xfrm>
            <a:off x="0" y="2657475"/>
            <a:ext cx="6648152" cy="2565400"/>
          </a:xfrm>
          <a:prstGeom prst="rect">
            <a:avLst/>
          </a:prstGeom>
        </p:spPr>
      </p:pic>
      <p:pic>
        <p:nvPicPr>
          <p:cNvPr id="6" name="Lớp 03 · fade" descr="L_07_03.png"/>
          <p:cNvPicPr>
            <a:picLocks noChangeAspect="1"/>
          </p:cNvPicPr>
          <p:nvPr/>
        </p:nvPicPr>
        <p:blipFill>
          <a:blip r:embed="rId7"/>
          <a:stretch>
            <a:fillRect/>
          </a:stretch>
        </p:blipFill>
        <p:spPr>
          <a:xfrm>
            <a:off x="5505152" y="787400"/>
            <a:ext cx="6686848" cy="4311650"/>
          </a:xfrm>
          <a:prstGeom prst="rect">
            <a:avLst/>
          </a:prstGeom>
        </p:spPr>
      </p:pic>
      <p:pic>
        <p:nvPicPr>
          <p:cNvPr id="7" name="Lớp 04 · zoom:0.6" descr="L_07_04.png"/>
          <p:cNvPicPr>
            <a:picLocks noChangeAspect="1"/>
          </p:cNvPicPr>
          <p:nvPr/>
        </p:nvPicPr>
        <p:blipFill>
          <a:blip r:embed="rId8"/>
          <a:stretch>
            <a:fillRect/>
          </a:stretch>
        </p:blipFill>
        <p:spPr>
          <a:xfrm>
            <a:off x="5765502" y="1295400"/>
            <a:ext cx="2755900" cy="1949450"/>
          </a:xfrm>
          <a:prstGeom prst="rect">
            <a:avLst/>
          </a:prstGeom>
        </p:spPr>
      </p:pic>
      <p:pic>
        <p:nvPicPr>
          <p:cNvPr id="8" name="Lớp 05 · zoom:0.6" descr="L_07_05.png"/>
          <p:cNvPicPr>
            <a:picLocks noChangeAspect="1"/>
          </p:cNvPicPr>
          <p:nvPr/>
        </p:nvPicPr>
        <p:blipFill>
          <a:blip r:embed="rId9"/>
          <a:stretch>
            <a:fillRect/>
          </a:stretch>
        </p:blipFill>
        <p:spPr>
          <a:xfrm>
            <a:off x="6946602" y="1295400"/>
            <a:ext cx="3200400" cy="1949450"/>
          </a:xfrm>
          <a:prstGeom prst="rect">
            <a:avLst/>
          </a:prstGeom>
        </p:spPr>
      </p:pic>
      <p:pic>
        <p:nvPicPr>
          <p:cNvPr id="9" name="Lớp 06 · zoom:0.6" descr="L_07_06.png"/>
          <p:cNvPicPr>
            <a:picLocks noChangeAspect="1"/>
          </p:cNvPicPr>
          <p:nvPr/>
        </p:nvPicPr>
        <p:blipFill>
          <a:blip r:embed="rId10"/>
          <a:stretch>
            <a:fillRect/>
          </a:stretch>
        </p:blipFill>
        <p:spPr>
          <a:xfrm>
            <a:off x="8572202" y="1295400"/>
            <a:ext cx="3276600" cy="1949450"/>
          </a:xfrm>
          <a:prstGeom prst="rect">
            <a:avLst/>
          </a:prstGeom>
        </p:spPr>
      </p:pic>
      <p:pic>
        <p:nvPicPr>
          <p:cNvPr id="10" name="Lớp 07 · zoom:0.6" descr="L_07_07.png"/>
          <p:cNvPicPr>
            <a:picLocks noChangeAspect="1"/>
          </p:cNvPicPr>
          <p:nvPr/>
        </p:nvPicPr>
        <p:blipFill>
          <a:blip r:embed="rId11"/>
          <a:stretch>
            <a:fillRect/>
          </a:stretch>
        </p:blipFill>
        <p:spPr>
          <a:xfrm>
            <a:off x="5765502" y="1670050"/>
            <a:ext cx="2978150" cy="1949450"/>
          </a:xfrm>
          <a:prstGeom prst="rect">
            <a:avLst/>
          </a:prstGeom>
        </p:spPr>
      </p:pic>
      <p:pic>
        <p:nvPicPr>
          <p:cNvPr id="11" name="Lớp 08 · zoom:0.6" descr="L_07_08.png"/>
          <p:cNvPicPr>
            <a:picLocks noChangeAspect="1"/>
          </p:cNvPicPr>
          <p:nvPr/>
        </p:nvPicPr>
        <p:blipFill>
          <a:blip r:embed="rId12"/>
          <a:stretch>
            <a:fillRect/>
          </a:stretch>
        </p:blipFill>
        <p:spPr>
          <a:xfrm>
            <a:off x="7168852" y="1670050"/>
            <a:ext cx="3429000" cy="1949450"/>
          </a:xfrm>
          <a:prstGeom prst="rect">
            <a:avLst/>
          </a:prstGeom>
        </p:spPr>
      </p:pic>
      <p:pic>
        <p:nvPicPr>
          <p:cNvPr id="12" name="Lớp 09 · float" descr="L_07_09.png"/>
          <p:cNvPicPr>
            <a:picLocks noChangeAspect="1"/>
          </p:cNvPicPr>
          <p:nvPr/>
        </p:nvPicPr>
        <p:blipFill>
          <a:blip r:embed="rId13"/>
          <a:stretch>
            <a:fillRect/>
          </a:stretch>
        </p:blipFill>
        <p:spPr>
          <a:xfrm>
            <a:off x="5765502" y="2540000"/>
            <a:ext cx="6229648" cy="2324100"/>
          </a:xfrm>
          <a:prstGeom prst="rect">
            <a:avLst/>
          </a:prstGeom>
        </p:spPr>
      </p:pic>
      <p:pic>
        <p:nvPicPr>
          <p:cNvPr id="13" name="Lớp 10 · float" descr="L_07_10.png"/>
          <p:cNvPicPr>
            <a:picLocks noChangeAspect="1"/>
          </p:cNvPicPr>
          <p:nvPr/>
        </p:nvPicPr>
        <p:blipFill>
          <a:blip r:embed="rId14"/>
          <a:stretch>
            <a:fillRect/>
          </a:stretch>
        </p:blipFill>
        <p:spPr>
          <a:xfrm>
            <a:off x="0" y="3978275"/>
            <a:ext cx="12192000" cy="203835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700"/>
                                        <p:tgtEl>
                                          <p:spTgt spid="3"/>
                                        </p:tgtEl>
                                      </p:cBhvr>
                                    </p:animEffect>
                                  </p:childTnLst>
                                </p:cTn>
                              </p:par>
                              <p:par>
                                <p:cTn id="8" presetID="10" presetClass="entr" presetSubtype="0" fill="hold" nodeType="withEffect">
                                  <p:stCondLst>
                                    <p:cond delay="30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1600"/>
                                        <p:tgtEl>
                                          <p:spTgt spid="4"/>
                                        </p:tgtEl>
                                      </p:cBhvr>
                                    </p:animEffect>
                                  </p:childTnLst>
                                </p:cTn>
                              </p:par>
                              <p:par>
                                <p:cTn id="11" presetID="10" presetClass="entr" presetSubtype="0" fill="hold" nodeType="withEffect">
                                  <p:stCondLst>
                                    <p:cond delay="60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700"/>
                                        <p:tgtEl>
                                          <p:spTgt spid="6"/>
                                        </p:tgtEl>
                                      </p:cBhvr>
                                    </p:animEffect>
                                  </p:childTnLst>
                                </p:cTn>
                              </p:par>
                              <p:par>
                                <p:cTn id="14" presetID="53" presetClass="entr" presetSubtype="16" fill="hold" nodeType="withEffect">
                                  <p:stCondLst>
                                    <p:cond delay="800"/>
                                  </p:stCondLst>
                                  <p:childTnLst>
                                    <p:set>
                                      <p:cBhvr>
                                        <p:cTn id="15" dur="1" fill="hold">
                                          <p:stCondLst>
                                            <p:cond delay="0"/>
                                          </p:stCondLst>
                                        </p:cTn>
                                        <p:tgtEl>
                                          <p:spTgt spid="7"/>
                                        </p:tgtEl>
                                        <p:attrNameLst>
                                          <p:attrName>style.visibility</p:attrName>
                                        </p:attrNameLst>
                                      </p:cBhvr>
                                      <p:to>
                                        <p:strVal val="visible"/>
                                      </p:to>
                                    </p:set>
                                    <p:anim calcmode="lin" valueType="num">
                                      <p:cBhvr>
                                        <p:cTn id="16" dur="450" fill="hold"/>
                                        <p:tgtEl>
                                          <p:spTgt spid="7"/>
                                        </p:tgtEl>
                                        <p:attrNameLst>
                                          <p:attrName>ppt_w</p:attrName>
                                        </p:attrNameLst>
                                      </p:cBhvr>
                                      <p:tavLst>
                                        <p:tav tm="0">
                                          <p:val>
                                            <p:strVal val="#ppt_w*0.6"/>
                                          </p:val>
                                        </p:tav>
                                        <p:tav tm="100000">
                                          <p:val>
                                            <p:strVal val="#ppt_w"/>
                                          </p:val>
                                        </p:tav>
                                      </p:tavLst>
                                    </p:anim>
                                    <p:anim calcmode="lin" valueType="num">
                                      <p:cBhvr>
                                        <p:cTn id="17" dur="450" fill="hold"/>
                                        <p:tgtEl>
                                          <p:spTgt spid="7"/>
                                        </p:tgtEl>
                                        <p:attrNameLst>
                                          <p:attrName>ppt_h</p:attrName>
                                        </p:attrNameLst>
                                      </p:cBhvr>
                                      <p:tavLst>
                                        <p:tav tm="0">
                                          <p:val>
                                            <p:strVal val="#ppt_h*0.6"/>
                                          </p:val>
                                        </p:tav>
                                        <p:tav tm="100000">
                                          <p:val>
                                            <p:strVal val="#ppt_h"/>
                                          </p:val>
                                        </p:tav>
                                      </p:tavLst>
                                    </p:anim>
                                    <p:animEffect transition="in" filter="fade">
                                      <p:cBhvr>
                                        <p:cTn id="18" dur="450"/>
                                        <p:tgtEl>
                                          <p:spTgt spid="7"/>
                                        </p:tgtEl>
                                      </p:cBhvr>
                                    </p:animEffect>
                                  </p:childTnLst>
                                </p:cTn>
                              </p:par>
                              <p:par>
                                <p:cTn id="19" presetID="53" presetClass="entr" presetSubtype="16" fill="hold" nodeType="withEffect">
                                  <p:stCondLst>
                                    <p:cond delay="920"/>
                                  </p:stCondLst>
                                  <p:childTnLst>
                                    <p:set>
                                      <p:cBhvr>
                                        <p:cTn id="20" dur="1" fill="hold">
                                          <p:stCondLst>
                                            <p:cond delay="0"/>
                                          </p:stCondLst>
                                        </p:cTn>
                                        <p:tgtEl>
                                          <p:spTgt spid="8"/>
                                        </p:tgtEl>
                                        <p:attrNameLst>
                                          <p:attrName>style.visibility</p:attrName>
                                        </p:attrNameLst>
                                      </p:cBhvr>
                                      <p:to>
                                        <p:strVal val="visible"/>
                                      </p:to>
                                    </p:set>
                                    <p:anim calcmode="lin" valueType="num">
                                      <p:cBhvr>
                                        <p:cTn id="21" dur="450" fill="hold"/>
                                        <p:tgtEl>
                                          <p:spTgt spid="8"/>
                                        </p:tgtEl>
                                        <p:attrNameLst>
                                          <p:attrName>ppt_w</p:attrName>
                                        </p:attrNameLst>
                                      </p:cBhvr>
                                      <p:tavLst>
                                        <p:tav tm="0">
                                          <p:val>
                                            <p:strVal val="#ppt_w*0.6"/>
                                          </p:val>
                                        </p:tav>
                                        <p:tav tm="100000">
                                          <p:val>
                                            <p:strVal val="#ppt_w"/>
                                          </p:val>
                                        </p:tav>
                                      </p:tavLst>
                                    </p:anim>
                                    <p:anim calcmode="lin" valueType="num">
                                      <p:cBhvr>
                                        <p:cTn id="22" dur="450" fill="hold"/>
                                        <p:tgtEl>
                                          <p:spTgt spid="8"/>
                                        </p:tgtEl>
                                        <p:attrNameLst>
                                          <p:attrName>ppt_h</p:attrName>
                                        </p:attrNameLst>
                                      </p:cBhvr>
                                      <p:tavLst>
                                        <p:tav tm="0">
                                          <p:val>
                                            <p:strVal val="#ppt_h*0.6"/>
                                          </p:val>
                                        </p:tav>
                                        <p:tav tm="100000">
                                          <p:val>
                                            <p:strVal val="#ppt_h"/>
                                          </p:val>
                                        </p:tav>
                                      </p:tavLst>
                                    </p:anim>
                                    <p:animEffect transition="in" filter="fade">
                                      <p:cBhvr>
                                        <p:cTn id="23" dur="450"/>
                                        <p:tgtEl>
                                          <p:spTgt spid="8"/>
                                        </p:tgtEl>
                                      </p:cBhvr>
                                    </p:animEffect>
                                  </p:childTnLst>
                                </p:cTn>
                              </p:par>
                              <p:par>
                                <p:cTn id="24" presetID="53" presetClass="entr" presetSubtype="16" fill="hold" nodeType="withEffect">
                                  <p:stCondLst>
                                    <p:cond delay="1040"/>
                                  </p:stCondLst>
                                  <p:childTnLst>
                                    <p:set>
                                      <p:cBhvr>
                                        <p:cTn id="25" dur="1" fill="hold">
                                          <p:stCondLst>
                                            <p:cond delay="0"/>
                                          </p:stCondLst>
                                        </p:cTn>
                                        <p:tgtEl>
                                          <p:spTgt spid="9"/>
                                        </p:tgtEl>
                                        <p:attrNameLst>
                                          <p:attrName>style.visibility</p:attrName>
                                        </p:attrNameLst>
                                      </p:cBhvr>
                                      <p:to>
                                        <p:strVal val="visible"/>
                                      </p:to>
                                    </p:set>
                                    <p:anim calcmode="lin" valueType="num">
                                      <p:cBhvr>
                                        <p:cTn id="26" dur="450" fill="hold"/>
                                        <p:tgtEl>
                                          <p:spTgt spid="9"/>
                                        </p:tgtEl>
                                        <p:attrNameLst>
                                          <p:attrName>ppt_w</p:attrName>
                                        </p:attrNameLst>
                                      </p:cBhvr>
                                      <p:tavLst>
                                        <p:tav tm="0">
                                          <p:val>
                                            <p:strVal val="#ppt_w*0.6"/>
                                          </p:val>
                                        </p:tav>
                                        <p:tav tm="100000">
                                          <p:val>
                                            <p:strVal val="#ppt_w"/>
                                          </p:val>
                                        </p:tav>
                                      </p:tavLst>
                                    </p:anim>
                                    <p:anim calcmode="lin" valueType="num">
                                      <p:cBhvr>
                                        <p:cTn id="27" dur="450" fill="hold"/>
                                        <p:tgtEl>
                                          <p:spTgt spid="9"/>
                                        </p:tgtEl>
                                        <p:attrNameLst>
                                          <p:attrName>ppt_h</p:attrName>
                                        </p:attrNameLst>
                                      </p:cBhvr>
                                      <p:tavLst>
                                        <p:tav tm="0">
                                          <p:val>
                                            <p:strVal val="#ppt_h*0.6"/>
                                          </p:val>
                                        </p:tav>
                                        <p:tav tm="100000">
                                          <p:val>
                                            <p:strVal val="#ppt_h"/>
                                          </p:val>
                                        </p:tav>
                                      </p:tavLst>
                                    </p:anim>
                                    <p:animEffect transition="in" filter="fade">
                                      <p:cBhvr>
                                        <p:cTn id="28" dur="450"/>
                                        <p:tgtEl>
                                          <p:spTgt spid="9"/>
                                        </p:tgtEl>
                                      </p:cBhvr>
                                    </p:animEffect>
                                  </p:childTnLst>
                                </p:cTn>
                              </p:par>
                              <p:par>
                                <p:cTn id="29" presetID="53" presetClass="entr" presetSubtype="16" fill="hold" nodeType="withEffect">
                                  <p:stCondLst>
                                    <p:cond delay="1160"/>
                                  </p:stCondLst>
                                  <p:childTnLst>
                                    <p:set>
                                      <p:cBhvr>
                                        <p:cTn id="30" dur="1" fill="hold">
                                          <p:stCondLst>
                                            <p:cond delay="0"/>
                                          </p:stCondLst>
                                        </p:cTn>
                                        <p:tgtEl>
                                          <p:spTgt spid="10"/>
                                        </p:tgtEl>
                                        <p:attrNameLst>
                                          <p:attrName>style.visibility</p:attrName>
                                        </p:attrNameLst>
                                      </p:cBhvr>
                                      <p:to>
                                        <p:strVal val="visible"/>
                                      </p:to>
                                    </p:set>
                                    <p:anim calcmode="lin" valueType="num">
                                      <p:cBhvr>
                                        <p:cTn id="31" dur="450" fill="hold"/>
                                        <p:tgtEl>
                                          <p:spTgt spid="10"/>
                                        </p:tgtEl>
                                        <p:attrNameLst>
                                          <p:attrName>ppt_w</p:attrName>
                                        </p:attrNameLst>
                                      </p:cBhvr>
                                      <p:tavLst>
                                        <p:tav tm="0">
                                          <p:val>
                                            <p:strVal val="#ppt_w*0.6"/>
                                          </p:val>
                                        </p:tav>
                                        <p:tav tm="100000">
                                          <p:val>
                                            <p:strVal val="#ppt_w"/>
                                          </p:val>
                                        </p:tav>
                                      </p:tavLst>
                                    </p:anim>
                                    <p:anim calcmode="lin" valueType="num">
                                      <p:cBhvr>
                                        <p:cTn id="32" dur="450" fill="hold"/>
                                        <p:tgtEl>
                                          <p:spTgt spid="10"/>
                                        </p:tgtEl>
                                        <p:attrNameLst>
                                          <p:attrName>ppt_h</p:attrName>
                                        </p:attrNameLst>
                                      </p:cBhvr>
                                      <p:tavLst>
                                        <p:tav tm="0">
                                          <p:val>
                                            <p:strVal val="#ppt_h*0.6"/>
                                          </p:val>
                                        </p:tav>
                                        <p:tav tm="100000">
                                          <p:val>
                                            <p:strVal val="#ppt_h"/>
                                          </p:val>
                                        </p:tav>
                                      </p:tavLst>
                                    </p:anim>
                                    <p:animEffect transition="in" filter="fade">
                                      <p:cBhvr>
                                        <p:cTn id="33" dur="450"/>
                                        <p:tgtEl>
                                          <p:spTgt spid="10"/>
                                        </p:tgtEl>
                                      </p:cBhvr>
                                    </p:animEffect>
                                  </p:childTnLst>
                                </p:cTn>
                              </p:par>
                              <p:par>
                                <p:cTn id="34" presetID="42" presetClass="entr" presetSubtype="0" fill="hold" nodeType="withEffect">
                                  <p:stCondLst>
                                    <p:cond delay="1200"/>
                                  </p:stCondLst>
                                  <p:childTnLst>
                                    <p:set>
                                      <p:cBhvr>
                                        <p:cTn id="35" dur="1" fill="hold">
                                          <p:stCondLst>
                                            <p:cond delay="0"/>
                                          </p:stCondLst>
                                        </p:cTn>
                                        <p:tgtEl>
                                          <p:spTgt spid="5"/>
                                        </p:tgtEl>
                                        <p:attrNameLst>
                                          <p:attrName>style.visibility</p:attrName>
                                        </p:attrNameLst>
                                      </p:cBhvr>
                                      <p:to>
                                        <p:strVal val="visible"/>
                                      </p:to>
                                    </p:set>
                                    <p:anim calcmode="lin" valueType="num">
                                      <p:cBhvr>
                                        <p:cTn id="36" dur="700" fill="hold"/>
                                        <p:tgtEl>
                                          <p:spTgt spid="5"/>
                                        </p:tgtEl>
                                        <p:attrNameLst>
                                          <p:attrName>ppt_y</p:attrName>
                                        </p:attrNameLst>
                                      </p:cBhvr>
                                      <p:tavLst>
                                        <p:tav tm="0">
                                          <p:val>
                                            <p:strVal val="#ppt_y+.026"/>
                                          </p:val>
                                        </p:tav>
                                        <p:tav tm="100000">
                                          <p:val>
                                            <p:strVal val="#ppt_y"/>
                                          </p:val>
                                        </p:tav>
                                      </p:tavLst>
                                    </p:anim>
                                    <p:animEffect transition="in" filter="fade">
                                      <p:cBhvr>
                                        <p:cTn id="37" dur="700"/>
                                        <p:tgtEl>
                                          <p:spTgt spid="5"/>
                                        </p:tgtEl>
                                      </p:cBhvr>
                                    </p:animEffect>
                                  </p:childTnLst>
                                </p:cTn>
                              </p:par>
                              <p:par>
                                <p:cTn id="38" presetID="53" presetClass="entr" presetSubtype="16" fill="hold" nodeType="withEffect">
                                  <p:stCondLst>
                                    <p:cond delay="1280"/>
                                  </p:stCondLst>
                                  <p:childTnLst>
                                    <p:set>
                                      <p:cBhvr>
                                        <p:cTn id="39" dur="1" fill="hold">
                                          <p:stCondLst>
                                            <p:cond delay="0"/>
                                          </p:stCondLst>
                                        </p:cTn>
                                        <p:tgtEl>
                                          <p:spTgt spid="11"/>
                                        </p:tgtEl>
                                        <p:attrNameLst>
                                          <p:attrName>style.visibility</p:attrName>
                                        </p:attrNameLst>
                                      </p:cBhvr>
                                      <p:to>
                                        <p:strVal val="visible"/>
                                      </p:to>
                                    </p:set>
                                    <p:anim calcmode="lin" valueType="num">
                                      <p:cBhvr>
                                        <p:cTn id="40" dur="450" fill="hold"/>
                                        <p:tgtEl>
                                          <p:spTgt spid="11"/>
                                        </p:tgtEl>
                                        <p:attrNameLst>
                                          <p:attrName>ppt_w</p:attrName>
                                        </p:attrNameLst>
                                      </p:cBhvr>
                                      <p:tavLst>
                                        <p:tav tm="0">
                                          <p:val>
                                            <p:strVal val="#ppt_w*0.6"/>
                                          </p:val>
                                        </p:tav>
                                        <p:tav tm="100000">
                                          <p:val>
                                            <p:strVal val="#ppt_w"/>
                                          </p:val>
                                        </p:tav>
                                      </p:tavLst>
                                    </p:anim>
                                    <p:anim calcmode="lin" valueType="num">
                                      <p:cBhvr>
                                        <p:cTn id="41" dur="450" fill="hold"/>
                                        <p:tgtEl>
                                          <p:spTgt spid="11"/>
                                        </p:tgtEl>
                                        <p:attrNameLst>
                                          <p:attrName>ppt_h</p:attrName>
                                        </p:attrNameLst>
                                      </p:cBhvr>
                                      <p:tavLst>
                                        <p:tav tm="0">
                                          <p:val>
                                            <p:strVal val="#ppt_h*0.6"/>
                                          </p:val>
                                        </p:tav>
                                        <p:tav tm="100000">
                                          <p:val>
                                            <p:strVal val="#ppt_h"/>
                                          </p:val>
                                        </p:tav>
                                      </p:tavLst>
                                    </p:anim>
                                    <p:animEffect transition="in" filter="fade">
                                      <p:cBhvr>
                                        <p:cTn id="42" dur="450"/>
                                        <p:tgtEl>
                                          <p:spTgt spid="11"/>
                                        </p:tgtEl>
                                      </p:cBhvr>
                                    </p:animEffect>
                                  </p:childTnLst>
                                </p:cTn>
                              </p:par>
                              <p:par>
                                <p:cTn id="43" presetID="42" presetClass="entr" presetSubtype="0" fill="hold" nodeType="withEffect">
                                  <p:stCondLst>
                                    <p:cond delay="1600"/>
                                  </p:stCondLst>
                                  <p:childTnLst>
                                    <p:set>
                                      <p:cBhvr>
                                        <p:cTn id="44" dur="1" fill="hold">
                                          <p:stCondLst>
                                            <p:cond delay="0"/>
                                          </p:stCondLst>
                                        </p:cTn>
                                        <p:tgtEl>
                                          <p:spTgt spid="12"/>
                                        </p:tgtEl>
                                        <p:attrNameLst>
                                          <p:attrName>style.visibility</p:attrName>
                                        </p:attrNameLst>
                                      </p:cBhvr>
                                      <p:to>
                                        <p:strVal val="visible"/>
                                      </p:to>
                                    </p:set>
                                    <p:anim calcmode="lin" valueType="num">
                                      <p:cBhvr>
                                        <p:cTn id="45" dur="600" fill="hold"/>
                                        <p:tgtEl>
                                          <p:spTgt spid="12"/>
                                        </p:tgtEl>
                                        <p:attrNameLst>
                                          <p:attrName>ppt_y</p:attrName>
                                        </p:attrNameLst>
                                      </p:cBhvr>
                                      <p:tavLst>
                                        <p:tav tm="0">
                                          <p:val>
                                            <p:strVal val="#ppt_y+.026"/>
                                          </p:val>
                                        </p:tav>
                                        <p:tav tm="100000">
                                          <p:val>
                                            <p:strVal val="#ppt_y"/>
                                          </p:val>
                                        </p:tav>
                                      </p:tavLst>
                                    </p:anim>
                                    <p:animEffect transition="in" filter="fade">
                                      <p:cBhvr>
                                        <p:cTn id="46" dur="600"/>
                                        <p:tgtEl>
                                          <p:spTgt spid="12"/>
                                        </p:tgtEl>
                                      </p:cBhvr>
                                    </p:animEffect>
                                  </p:childTnLst>
                                </p:cTn>
                              </p:par>
                              <p:par>
                                <p:cTn id="47" presetID="42" presetClass="entr" presetSubtype="0" fill="hold" nodeType="withEffect">
                                  <p:stCondLst>
                                    <p:cond delay="1800"/>
                                  </p:stCondLst>
                                  <p:childTnLst>
                                    <p:set>
                                      <p:cBhvr>
                                        <p:cTn id="48" dur="1" fill="hold">
                                          <p:stCondLst>
                                            <p:cond delay="0"/>
                                          </p:stCondLst>
                                        </p:cTn>
                                        <p:tgtEl>
                                          <p:spTgt spid="13"/>
                                        </p:tgtEl>
                                        <p:attrNameLst>
                                          <p:attrName>style.visibility</p:attrName>
                                        </p:attrNameLst>
                                      </p:cBhvr>
                                      <p:to>
                                        <p:strVal val="visible"/>
                                      </p:to>
                                    </p:set>
                                    <p:anim calcmode="lin" valueType="num">
                                      <p:cBhvr>
                                        <p:cTn id="49" dur="700" fill="hold"/>
                                        <p:tgtEl>
                                          <p:spTgt spid="13"/>
                                        </p:tgtEl>
                                        <p:attrNameLst>
                                          <p:attrName>ppt_y</p:attrName>
                                        </p:attrNameLst>
                                      </p:cBhvr>
                                      <p:tavLst>
                                        <p:tav tm="0">
                                          <p:val>
                                            <p:strVal val="#ppt_y+.026"/>
                                          </p:val>
                                        </p:tav>
                                        <p:tav tm="100000">
                                          <p:val>
                                            <p:strVal val="#ppt_y"/>
                                          </p:val>
                                        </p:tav>
                                      </p:tavLst>
                                    </p:anim>
                                    <p:animEffect transition="in" filter="fade">
                                      <p:cBhvr>
                                        <p:cTn id="50" dur="7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Nền" descr="bg_08.jpg"/>
          <p:cNvPicPr>
            <a:picLocks noChangeAspect="1"/>
          </p:cNvPicPr>
          <p:nvPr/>
        </p:nvPicPr>
        <p:blipFill>
          <a:blip r:embed="rId3"/>
          <a:stretch>
            <a:fillRect/>
          </a:stretch>
        </p:blipFill>
        <p:spPr>
          <a:xfrm>
            <a:off x="0" y="0"/>
            <a:ext cx="12192000" cy="6858000"/>
          </a:xfrm>
          <a:prstGeom prst="rect">
            <a:avLst/>
          </a:prstGeom>
        </p:spPr>
      </p:pic>
      <p:pic>
        <p:nvPicPr>
          <p:cNvPr id="3" name="Lớp 00 · fade" descr="L_08_00.png"/>
          <p:cNvPicPr>
            <a:picLocks noChangeAspect="1"/>
          </p:cNvPicPr>
          <p:nvPr/>
        </p:nvPicPr>
        <p:blipFill>
          <a:blip r:embed="rId4"/>
          <a:stretch>
            <a:fillRect/>
          </a:stretch>
        </p:blipFill>
        <p:spPr>
          <a:xfrm>
            <a:off x="0" y="0"/>
            <a:ext cx="12192000" cy="1568450"/>
          </a:xfrm>
          <a:prstGeom prst="rect">
            <a:avLst/>
          </a:prstGeom>
        </p:spPr>
      </p:pic>
      <p:pic>
        <p:nvPicPr>
          <p:cNvPr id="4" name="Lớp 01 · float" descr="L_08_01.png"/>
          <p:cNvPicPr>
            <a:picLocks noChangeAspect="1"/>
          </p:cNvPicPr>
          <p:nvPr/>
        </p:nvPicPr>
        <p:blipFill>
          <a:blip r:embed="rId5"/>
          <a:stretch>
            <a:fillRect/>
          </a:stretch>
        </p:blipFill>
        <p:spPr>
          <a:xfrm>
            <a:off x="0" y="31750"/>
            <a:ext cx="11493500" cy="2077641"/>
          </a:xfrm>
          <a:prstGeom prst="rect">
            <a:avLst/>
          </a:prstGeom>
        </p:spPr>
      </p:pic>
      <p:pic>
        <p:nvPicPr>
          <p:cNvPr id="5" name="Lớp 02 · fade" descr="L_08_02.png"/>
          <p:cNvPicPr>
            <a:picLocks noChangeAspect="1"/>
          </p:cNvPicPr>
          <p:nvPr/>
        </p:nvPicPr>
        <p:blipFill>
          <a:blip r:embed="rId6"/>
          <a:stretch>
            <a:fillRect/>
          </a:stretch>
        </p:blipFill>
        <p:spPr>
          <a:xfrm>
            <a:off x="0" y="1375668"/>
            <a:ext cx="7001470" cy="4101405"/>
          </a:xfrm>
          <a:prstGeom prst="rect">
            <a:avLst/>
          </a:prstGeom>
        </p:spPr>
      </p:pic>
      <p:pic>
        <p:nvPicPr>
          <p:cNvPr id="6" name="Lớp 03 · zoom:0.2" descr="L_08_03.png"/>
          <p:cNvPicPr>
            <a:picLocks noChangeAspect="1"/>
          </p:cNvPicPr>
          <p:nvPr/>
        </p:nvPicPr>
        <p:blipFill>
          <a:blip r:embed="rId7"/>
          <a:stretch>
            <a:fillRect/>
          </a:stretch>
        </p:blipFill>
        <p:spPr>
          <a:xfrm>
            <a:off x="3483778" y="2221600"/>
            <a:ext cx="2057048" cy="2057047"/>
          </a:xfrm>
          <a:prstGeom prst="rect">
            <a:avLst/>
          </a:prstGeom>
        </p:spPr>
      </p:pic>
      <p:pic>
        <p:nvPicPr>
          <p:cNvPr id="7" name="Lớp 04 · float" descr="L_08_04.png"/>
          <p:cNvPicPr>
            <a:picLocks noChangeAspect="1"/>
          </p:cNvPicPr>
          <p:nvPr/>
        </p:nvPicPr>
        <p:blipFill>
          <a:blip r:embed="rId8"/>
          <a:stretch>
            <a:fillRect/>
          </a:stretch>
        </p:blipFill>
        <p:spPr>
          <a:xfrm>
            <a:off x="0" y="4023320"/>
            <a:ext cx="12192000" cy="198755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5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42" presetClass="entr" presetSubtype="0" fill="hold" nodeType="withEffect">
                                  <p:stCondLst>
                                    <p:cond delay="120"/>
                                  </p:stCondLst>
                                  <p:childTnLst>
                                    <p:set>
                                      <p:cBhvr>
                                        <p:cTn id="9" dur="1" fill="hold">
                                          <p:stCondLst>
                                            <p:cond delay="0"/>
                                          </p:stCondLst>
                                        </p:cTn>
                                        <p:tgtEl>
                                          <p:spTgt spid="4"/>
                                        </p:tgtEl>
                                        <p:attrNameLst>
                                          <p:attrName>style.visibility</p:attrName>
                                        </p:attrNameLst>
                                      </p:cBhvr>
                                      <p:to>
                                        <p:strVal val="visible"/>
                                      </p:to>
                                    </p:set>
                                    <p:anim calcmode="lin" valueType="num">
                                      <p:cBhvr>
                                        <p:cTn id="10" dur="600" fill="hold"/>
                                        <p:tgtEl>
                                          <p:spTgt spid="4"/>
                                        </p:tgtEl>
                                        <p:attrNameLst>
                                          <p:attrName>ppt_y</p:attrName>
                                        </p:attrNameLst>
                                      </p:cBhvr>
                                      <p:tavLst>
                                        <p:tav tm="0">
                                          <p:val>
                                            <p:strVal val="#ppt_y+.026"/>
                                          </p:val>
                                        </p:tav>
                                        <p:tav tm="100000">
                                          <p:val>
                                            <p:strVal val="#ppt_y"/>
                                          </p:val>
                                        </p:tav>
                                      </p:tavLst>
                                    </p:anim>
                                    <p:animEffect transition="in" filter="fade">
                                      <p:cBhvr>
                                        <p:cTn id="11" dur="600"/>
                                        <p:tgtEl>
                                          <p:spTgt spid="4"/>
                                        </p:tgtEl>
                                      </p:cBhvr>
                                    </p:animEffect>
                                  </p:childTnLst>
                                </p:cTn>
                              </p:par>
                              <p:par>
                                <p:cTn id="12" presetID="10" presetClass="entr" presetSubtype="0" fill="hold" nodeType="withEffect">
                                  <p:stCondLst>
                                    <p:cond delay="20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700"/>
                                        <p:tgtEl>
                                          <p:spTgt spid="5"/>
                                        </p:tgtEl>
                                      </p:cBhvr>
                                    </p:animEffect>
                                  </p:childTnLst>
                                </p:cTn>
                              </p:par>
                              <p:par>
                                <p:cTn id="15" presetID="42" presetClass="entr" presetSubtype="0" fill="hold" nodeType="withEffect">
                                  <p:stCondLst>
                                    <p:cond delay="600"/>
                                  </p:stCondLst>
                                  <p:childTnLst>
                                    <p:set>
                                      <p:cBhvr>
                                        <p:cTn id="16" dur="1" fill="hold">
                                          <p:stCondLst>
                                            <p:cond delay="0"/>
                                          </p:stCondLst>
                                        </p:cTn>
                                        <p:tgtEl>
                                          <p:spTgt spid="7"/>
                                        </p:tgtEl>
                                        <p:attrNameLst>
                                          <p:attrName>style.visibility</p:attrName>
                                        </p:attrNameLst>
                                      </p:cBhvr>
                                      <p:to>
                                        <p:strVal val="visible"/>
                                      </p:to>
                                    </p:set>
                                    <p:anim calcmode="lin" valueType="num">
                                      <p:cBhvr>
                                        <p:cTn id="17" dur="700" fill="hold"/>
                                        <p:tgtEl>
                                          <p:spTgt spid="7"/>
                                        </p:tgtEl>
                                        <p:attrNameLst>
                                          <p:attrName>ppt_y</p:attrName>
                                        </p:attrNameLst>
                                      </p:cBhvr>
                                      <p:tavLst>
                                        <p:tav tm="0">
                                          <p:val>
                                            <p:strVal val="#ppt_y+.026"/>
                                          </p:val>
                                        </p:tav>
                                        <p:tav tm="100000">
                                          <p:val>
                                            <p:strVal val="#ppt_y"/>
                                          </p:val>
                                        </p:tav>
                                      </p:tavLst>
                                    </p:anim>
                                    <p:animEffect transition="in" filter="fade">
                                      <p:cBhvr>
                                        <p:cTn id="18" dur="700"/>
                                        <p:tgtEl>
                                          <p:spTgt spid="7"/>
                                        </p:tgtEl>
                                      </p:cBhvr>
                                    </p:animEffect>
                                  </p:childTnLst>
                                </p:cTn>
                              </p:par>
                              <p:par>
                                <p:cTn id="19" presetID="53" presetClass="entr" presetSubtype="16" fill="hold" nodeType="withEffect">
                                  <p:stCondLst>
                                    <p:cond delay="1200"/>
                                  </p:stCondLst>
                                  <p:childTnLst>
                                    <p:set>
                                      <p:cBhvr>
                                        <p:cTn id="20" dur="1" fill="hold">
                                          <p:stCondLst>
                                            <p:cond delay="0"/>
                                          </p:stCondLst>
                                        </p:cTn>
                                        <p:tgtEl>
                                          <p:spTgt spid="6"/>
                                        </p:tgtEl>
                                        <p:attrNameLst>
                                          <p:attrName>style.visibility</p:attrName>
                                        </p:attrNameLst>
                                      </p:cBhvr>
                                      <p:to>
                                        <p:strVal val="visible"/>
                                      </p:to>
                                    </p:set>
                                    <p:anim calcmode="lin" valueType="num">
                                      <p:cBhvr>
                                        <p:cTn id="21" dur="700" fill="hold"/>
                                        <p:tgtEl>
                                          <p:spTgt spid="6"/>
                                        </p:tgtEl>
                                        <p:attrNameLst>
                                          <p:attrName>ppt_w</p:attrName>
                                        </p:attrNameLst>
                                      </p:cBhvr>
                                      <p:tavLst>
                                        <p:tav tm="0">
                                          <p:val>
                                            <p:strVal val="#ppt_w*0.2"/>
                                          </p:val>
                                        </p:tav>
                                        <p:tav tm="100000">
                                          <p:val>
                                            <p:strVal val="#ppt_w"/>
                                          </p:val>
                                        </p:tav>
                                      </p:tavLst>
                                    </p:anim>
                                    <p:anim calcmode="lin" valueType="num">
                                      <p:cBhvr>
                                        <p:cTn id="22" dur="700" fill="hold"/>
                                        <p:tgtEl>
                                          <p:spTgt spid="6"/>
                                        </p:tgtEl>
                                        <p:attrNameLst>
                                          <p:attrName>ppt_h</p:attrName>
                                        </p:attrNameLst>
                                      </p:cBhvr>
                                      <p:tavLst>
                                        <p:tav tm="0">
                                          <p:val>
                                            <p:strVal val="#ppt_h*0.2"/>
                                          </p:val>
                                        </p:tav>
                                        <p:tav tm="100000">
                                          <p:val>
                                            <p:strVal val="#ppt_h"/>
                                          </p:val>
                                        </p:tav>
                                      </p:tavLst>
                                    </p:anim>
                                    <p:animEffect transition="in" filter="fade">
                                      <p:cBhvr>
                                        <p:cTn id="23" dur="7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Nền" descr="bg_09.jpg"/>
          <p:cNvPicPr>
            <a:picLocks noChangeAspect="1"/>
          </p:cNvPicPr>
          <p:nvPr/>
        </p:nvPicPr>
        <p:blipFill>
          <a:blip r:embed="rId3"/>
          <a:stretch>
            <a:fillRect/>
          </a:stretch>
        </p:blipFill>
        <p:spPr>
          <a:xfrm>
            <a:off x="0" y="0"/>
            <a:ext cx="12192000" cy="6858000"/>
          </a:xfrm>
          <a:prstGeom prst="rect">
            <a:avLst/>
          </a:prstGeom>
        </p:spPr>
      </p:pic>
      <p:pic>
        <p:nvPicPr>
          <p:cNvPr id="3" name="Lớp 00 · fade" descr="L_09_00.png"/>
          <p:cNvPicPr>
            <a:picLocks noChangeAspect="1"/>
          </p:cNvPicPr>
          <p:nvPr/>
        </p:nvPicPr>
        <p:blipFill>
          <a:blip r:embed="rId4"/>
          <a:stretch>
            <a:fillRect/>
          </a:stretch>
        </p:blipFill>
        <p:spPr>
          <a:xfrm>
            <a:off x="0" y="0"/>
            <a:ext cx="12192000" cy="1568450"/>
          </a:xfrm>
          <a:prstGeom prst="rect">
            <a:avLst/>
          </a:prstGeom>
        </p:spPr>
      </p:pic>
      <p:pic>
        <p:nvPicPr>
          <p:cNvPr id="4" name="Lớp 01 · float" descr="L_09_01.png"/>
          <p:cNvPicPr>
            <a:picLocks noChangeAspect="1"/>
          </p:cNvPicPr>
          <p:nvPr/>
        </p:nvPicPr>
        <p:blipFill>
          <a:blip r:embed="rId5"/>
          <a:stretch>
            <a:fillRect/>
          </a:stretch>
        </p:blipFill>
        <p:spPr>
          <a:xfrm>
            <a:off x="0" y="31750"/>
            <a:ext cx="11493500" cy="2077641"/>
          </a:xfrm>
          <a:prstGeom prst="rect">
            <a:avLst/>
          </a:prstGeom>
        </p:spPr>
      </p:pic>
      <p:pic>
        <p:nvPicPr>
          <p:cNvPr id="5" name="Lớp 02 · float" descr="L_09_02.png"/>
          <p:cNvPicPr>
            <a:picLocks noChangeAspect="1"/>
          </p:cNvPicPr>
          <p:nvPr/>
        </p:nvPicPr>
        <p:blipFill>
          <a:blip r:embed="rId6"/>
          <a:stretch>
            <a:fillRect/>
          </a:stretch>
        </p:blipFill>
        <p:spPr>
          <a:xfrm>
            <a:off x="0" y="833735"/>
            <a:ext cx="4965700" cy="4578945"/>
          </a:xfrm>
          <a:prstGeom prst="rect">
            <a:avLst/>
          </a:prstGeom>
        </p:spPr>
      </p:pic>
      <p:pic>
        <p:nvPicPr>
          <p:cNvPr id="6" name="Lớp 03 · float" descr="L_09_03.png"/>
          <p:cNvPicPr>
            <a:picLocks noChangeAspect="1"/>
          </p:cNvPicPr>
          <p:nvPr/>
        </p:nvPicPr>
        <p:blipFill>
          <a:blip r:embed="rId7"/>
          <a:stretch>
            <a:fillRect/>
          </a:stretch>
        </p:blipFill>
        <p:spPr>
          <a:xfrm>
            <a:off x="3606800" y="833735"/>
            <a:ext cx="5003800" cy="4578945"/>
          </a:xfrm>
          <a:prstGeom prst="rect">
            <a:avLst/>
          </a:prstGeom>
        </p:spPr>
      </p:pic>
      <p:pic>
        <p:nvPicPr>
          <p:cNvPr id="7" name="Lớp 04 · float" descr="L_09_04.png"/>
          <p:cNvPicPr>
            <a:picLocks noChangeAspect="1"/>
          </p:cNvPicPr>
          <p:nvPr/>
        </p:nvPicPr>
        <p:blipFill>
          <a:blip r:embed="rId8"/>
          <a:stretch>
            <a:fillRect/>
          </a:stretch>
        </p:blipFill>
        <p:spPr>
          <a:xfrm>
            <a:off x="7251700" y="833735"/>
            <a:ext cx="4940300" cy="457894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5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42" presetClass="entr" presetSubtype="0" fill="hold" nodeType="withEffect">
                                  <p:stCondLst>
                                    <p:cond delay="120"/>
                                  </p:stCondLst>
                                  <p:childTnLst>
                                    <p:set>
                                      <p:cBhvr>
                                        <p:cTn id="9" dur="1" fill="hold">
                                          <p:stCondLst>
                                            <p:cond delay="0"/>
                                          </p:stCondLst>
                                        </p:cTn>
                                        <p:tgtEl>
                                          <p:spTgt spid="4"/>
                                        </p:tgtEl>
                                        <p:attrNameLst>
                                          <p:attrName>style.visibility</p:attrName>
                                        </p:attrNameLst>
                                      </p:cBhvr>
                                      <p:to>
                                        <p:strVal val="visible"/>
                                      </p:to>
                                    </p:set>
                                    <p:anim calcmode="lin" valueType="num">
                                      <p:cBhvr>
                                        <p:cTn id="10" dur="600" fill="hold"/>
                                        <p:tgtEl>
                                          <p:spTgt spid="4"/>
                                        </p:tgtEl>
                                        <p:attrNameLst>
                                          <p:attrName>ppt_y</p:attrName>
                                        </p:attrNameLst>
                                      </p:cBhvr>
                                      <p:tavLst>
                                        <p:tav tm="0">
                                          <p:val>
                                            <p:strVal val="#ppt_y+.026"/>
                                          </p:val>
                                        </p:tav>
                                        <p:tav tm="100000">
                                          <p:val>
                                            <p:strVal val="#ppt_y"/>
                                          </p:val>
                                        </p:tav>
                                      </p:tavLst>
                                    </p:anim>
                                    <p:animEffect transition="in" filter="fade">
                                      <p:cBhvr>
                                        <p:cTn id="11" dur="600"/>
                                        <p:tgtEl>
                                          <p:spTgt spid="4"/>
                                        </p:tgtEl>
                                      </p:cBhvr>
                                    </p:animEffect>
                                  </p:childTnLst>
                                </p:cTn>
                              </p:par>
                              <p:par>
                                <p:cTn id="12" presetID="42" presetClass="entr" presetSubtype="0" fill="hold" nodeType="withEffect">
                                  <p:stCondLst>
                                    <p:cond delay="300"/>
                                  </p:stCondLst>
                                  <p:childTnLst>
                                    <p:set>
                                      <p:cBhvr>
                                        <p:cTn id="13" dur="1" fill="hold">
                                          <p:stCondLst>
                                            <p:cond delay="0"/>
                                          </p:stCondLst>
                                        </p:cTn>
                                        <p:tgtEl>
                                          <p:spTgt spid="5"/>
                                        </p:tgtEl>
                                        <p:attrNameLst>
                                          <p:attrName>style.visibility</p:attrName>
                                        </p:attrNameLst>
                                      </p:cBhvr>
                                      <p:to>
                                        <p:strVal val="visible"/>
                                      </p:to>
                                    </p:set>
                                    <p:anim calcmode="lin" valueType="num">
                                      <p:cBhvr>
                                        <p:cTn id="14" dur="600" fill="hold"/>
                                        <p:tgtEl>
                                          <p:spTgt spid="5"/>
                                        </p:tgtEl>
                                        <p:attrNameLst>
                                          <p:attrName>ppt_y</p:attrName>
                                        </p:attrNameLst>
                                      </p:cBhvr>
                                      <p:tavLst>
                                        <p:tav tm="0">
                                          <p:val>
                                            <p:strVal val="#ppt_y+.026"/>
                                          </p:val>
                                        </p:tav>
                                        <p:tav tm="100000">
                                          <p:val>
                                            <p:strVal val="#ppt_y"/>
                                          </p:val>
                                        </p:tav>
                                      </p:tavLst>
                                    </p:anim>
                                    <p:animEffect transition="in" filter="fade">
                                      <p:cBhvr>
                                        <p:cTn id="15" dur="600"/>
                                        <p:tgtEl>
                                          <p:spTgt spid="5"/>
                                        </p:tgtEl>
                                      </p:cBhvr>
                                    </p:animEffect>
                                  </p:childTnLst>
                                </p:cTn>
                              </p:par>
                              <p:par>
                                <p:cTn id="16" presetID="42" presetClass="entr" presetSubtype="0" fill="hold" nodeType="withEffect">
                                  <p:stCondLst>
                                    <p:cond delay="390"/>
                                  </p:stCondLst>
                                  <p:childTnLst>
                                    <p:set>
                                      <p:cBhvr>
                                        <p:cTn id="17" dur="1" fill="hold">
                                          <p:stCondLst>
                                            <p:cond delay="0"/>
                                          </p:stCondLst>
                                        </p:cTn>
                                        <p:tgtEl>
                                          <p:spTgt spid="6"/>
                                        </p:tgtEl>
                                        <p:attrNameLst>
                                          <p:attrName>style.visibility</p:attrName>
                                        </p:attrNameLst>
                                      </p:cBhvr>
                                      <p:to>
                                        <p:strVal val="visible"/>
                                      </p:to>
                                    </p:set>
                                    <p:anim calcmode="lin" valueType="num">
                                      <p:cBhvr>
                                        <p:cTn id="18" dur="600" fill="hold"/>
                                        <p:tgtEl>
                                          <p:spTgt spid="6"/>
                                        </p:tgtEl>
                                        <p:attrNameLst>
                                          <p:attrName>ppt_y</p:attrName>
                                        </p:attrNameLst>
                                      </p:cBhvr>
                                      <p:tavLst>
                                        <p:tav tm="0">
                                          <p:val>
                                            <p:strVal val="#ppt_y+.026"/>
                                          </p:val>
                                        </p:tav>
                                        <p:tav tm="100000">
                                          <p:val>
                                            <p:strVal val="#ppt_y"/>
                                          </p:val>
                                        </p:tav>
                                      </p:tavLst>
                                    </p:anim>
                                    <p:animEffect transition="in" filter="fade">
                                      <p:cBhvr>
                                        <p:cTn id="19" dur="600"/>
                                        <p:tgtEl>
                                          <p:spTgt spid="6"/>
                                        </p:tgtEl>
                                      </p:cBhvr>
                                    </p:animEffect>
                                  </p:childTnLst>
                                </p:cTn>
                              </p:par>
                              <p:par>
                                <p:cTn id="20" presetID="42" presetClass="entr" presetSubtype="0" fill="hold" nodeType="withEffect">
                                  <p:stCondLst>
                                    <p:cond delay="480"/>
                                  </p:stCondLst>
                                  <p:childTnLst>
                                    <p:set>
                                      <p:cBhvr>
                                        <p:cTn id="21" dur="1" fill="hold">
                                          <p:stCondLst>
                                            <p:cond delay="0"/>
                                          </p:stCondLst>
                                        </p:cTn>
                                        <p:tgtEl>
                                          <p:spTgt spid="7"/>
                                        </p:tgtEl>
                                        <p:attrNameLst>
                                          <p:attrName>style.visibility</p:attrName>
                                        </p:attrNameLst>
                                      </p:cBhvr>
                                      <p:to>
                                        <p:strVal val="visible"/>
                                      </p:to>
                                    </p:set>
                                    <p:anim calcmode="lin" valueType="num">
                                      <p:cBhvr>
                                        <p:cTn id="22" dur="600" fill="hold"/>
                                        <p:tgtEl>
                                          <p:spTgt spid="7"/>
                                        </p:tgtEl>
                                        <p:attrNameLst>
                                          <p:attrName>ppt_y</p:attrName>
                                        </p:attrNameLst>
                                      </p:cBhvr>
                                      <p:tavLst>
                                        <p:tav tm="0">
                                          <p:val>
                                            <p:strVal val="#ppt_y+.026"/>
                                          </p:val>
                                        </p:tav>
                                        <p:tav tm="100000">
                                          <p:val>
                                            <p:strVal val="#ppt_y"/>
                                          </p:val>
                                        </p:tav>
                                      </p:tavLst>
                                    </p:anim>
                                    <p:animEffect transition="in" filter="fade">
                                      <p:cBhvr>
                                        <p:cTn id="23" dur="6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Nền" descr="bg_10.jpg"/>
          <p:cNvPicPr>
            <a:picLocks noChangeAspect="1"/>
          </p:cNvPicPr>
          <p:nvPr/>
        </p:nvPicPr>
        <p:blipFill>
          <a:blip r:embed="rId3"/>
          <a:stretch>
            <a:fillRect/>
          </a:stretch>
        </p:blipFill>
        <p:spPr>
          <a:xfrm>
            <a:off x="0" y="0"/>
            <a:ext cx="12192000" cy="6858000"/>
          </a:xfrm>
          <a:prstGeom prst="rect">
            <a:avLst/>
          </a:prstGeom>
        </p:spPr>
      </p:pic>
      <p:pic>
        <p:nvPicPr>
          <p:cNvPr id="3" name="Lớp 00 · fade" descr="L_10_00.png"/>
          <p:cNvPicPr>
            <a:picLocks noChangeAspect="1"/>
          </p:cNvPicPr>
          <p:nvPr/>
        </p:nvPicPr>
        <p:blipFill>
          <a:blip r:embed="rId4"/>
          <a:stretch>
            <a:fillRect/>
          </a:stretch>
        </p:blipFill>
        <p:spPr>
          <a:xfrm>
            <a:off x="0" y="0"/>
            <a:ext cx="12192000" cy="1568450"/>
          </a:xfrm>
          <a:prstGeom prst="rect">
            <a:avLst/>
          </a:prstGeom>
        </p:spPr>
      </p:pic>
      <p:pic>
        <p:nvPicPr>
          <p:cNvPr id="4" name="Lớp 01 · float" descr="L_10_01.png"/>
          <p:cNvPicPr>
            <a:picLocks noChangeAspect="1"/>
          </p:cNvPicPr>
          <p:nvPr/>
        </p:nvPicPr>
        <p:blipFill>
          <a:blip r:embed="rId5"/>
          <a:stretch>
            <a:fillRect/>
          </a:stretch>
        </p:blipFill>
        <p:spPr>
          <a:xfrm>
            <a:off x="0" y="31750"/>
            <a:ext cx="11493500" cy="2077641"/>
          </a:xfrm>
          <a:prstGeom prst="rect">
            <a:avLst/>
          </a:prstGeom>
        </p:spPr>
      </p:pic>
      <p:pic>
        <p:nvPicPr>
          <p:cNvPr id="5" name="Lớp 02 · float" descr="L_10_02.png"/>
          <p:cNvPicPr>
            <a:picLocks noChangeAspect="1"/>
          </p:cNvPicPr>
          <p:nvPr/>
        </p:nvPicPr>
        <p:blipFill>
          <a:blip r:embed="rId6"/>
          <a:stretch>
            <a:fillRect/>
          </a:stretch>
        </p:blipFill>
        <p:spPr>
          <a:xfrm>
            <a:off x="0" y="1396206"/>
            <a:ext cx="3525441" cy="3939778"/>
          </a:xfrm>
          <a:prstGeom prst="rect">
            <a:avLst/>
          </a:prstGeom>
        </p:spPr>
      </p:pic>
      <p:pic>
        <p:nvPicPr>
          <p:cNvPr id="6" name="Lớp 03 · float" descr="L_10_03.png"/>
          <p:cNvPicPr>
            <a:picLocks noChangeAspect="1"/>
          </p:cNvPicPr>
          <p:nvPr/>
        </p:nvPicPr>
        <p:blipFill>
          <a:blip r:embed="rId7"/>
          <a:stretch>
            <a:fillRect/>
          </a:stretch>
        </p:blipFill>
        <p:spPr>
          <a:xfrm>
            <a:off x="2014141" y="1396206"/>
            <a:ext cx="3589040" cy="3939778"/>
          </a:xfrm>
          <a:prstGeom prst="rect">
            <a:avLst/>
          </a:prstGeom>
        </p:spPr>
      </p:pic>
      <p:pic>
        <p:nvPicPr>
          <p:cNvPr id="7" name="Lớp 04 · float" descr="L_10_04.png"/>
          <p:cNvPicPr>
            <a:picLocks noChangeAspect="1"/>
          </p:cNvPicPr>
          <p:nvPr/>
        </p:nvPicPr>
        <p:blipFill>
          <a:blip r:embed="rId8"/>
          <a:stretch>
            <a:fillRect/>
          </a:stretch>
        </p:blipFill>
        <p:spPr>
          <a:xfrm>
            <a:off x="4091880" y="1396206"/>
            <a:ext cx="3589040" cy="3939778"/>
          </a:xfrm>
          <a:prstGeom prst="rect">
            <a:avLst/>
          </a:prstGeom>
        </p:spPr>
      </p:pic>
      <p:pic>
        <p:nvPicPr>
          <p:cNvPr id="8" name="Lớp 05 · float" descr="L_10_05.png"/>
          <p:cNvPicPr>
            <a:picLocks noChangeAspect="1"/>
          </p:cNvPicPr>
          <p:nvPr/>
        </p:nvPicPr>
        <p:blipFill>
          <a:blip r:embed="rId9"/>
          <a:stretch>
            <a:fillRect/>
          </a:stretch>
        </p:blipFill>
        <p:spPr>
          <a:xfrm>
            <a:off x="6169620" y="1396206"/>
            <a:ext cx="4008140" cy="3939778"/>
          </a:xfrm>
          <a:prstGeom prst="rect">
            <a:avLst/>
          </a:prstGeom>
        </p:spPr>
      </p:pic>
      <p:pic>
        <p:nvPicPr>
          <p:cNvPr id="9" name="Lớp 06 · float" descr="L_10_06.png"/>
          <p:cNvPicPr>
            <a:picLocks noChangeAspect="1"/>
          </p:cNvPicPr>
          <p:nvPr/>
        </p:nvPicPr>
        <p:blipFill>
          <a:blip r:embed="rId10"/>
          <a:stretch>
            <a:fillRect/>
          </a:stretch>
        </p:blipFill>
        <p:spPr>
          <a:xfrm>
            <a:off x="8666460" y="1396206"/>
            <a:ext cx="3525540" cy="3939778"/>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5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42" presetClass="entr" presetSubtype="0" fill="hold" nodeType="withEffect">
                                  <p:stCondLst>
                                    <p:cond delay="120"/>
                                  </p:stCondLst>
                                  <p:childTnLst>
                                    <p:set>
                                      <p:cBhvr>
                                        <p:cTn id="9" dur="1" fill="hold">
                                          <p:stCondLst>
                                            <p:cond delay="0"/>
                                          </p:stCondLst>
                                        </p:cTn>
                                        <p:tgtEl>
                                          <p:spTgt spid="4"/>
                                        </p:tgtEl>
                                        <p:attrNameLst>
                                          <p:attrName>style.visibility</p:attrName>
                                        </p:attrNameLst>
                                      </p:cBhvr>
                                      <p:to>
                                        <p:strVal val="visible"/>
                                      </p:to>
                                    </p:set>
                                    <p:anim calcmode="lin" valueType="num">
                                      <p:cBhvr>
                                        <p:cTn id="10" dur="600" fill="hold"/>
                                        <p:tgtEl>
                                          <p:spTgt spid="4"/>
                                        </p:tgtEl>
                                        <p:attrNameLst>
                                          <p:attrName>ppt_y</p:attrName>
                                        </p:attrNameLst>
                                      </p:cBhvr>
                                      <p:tavLst>
                                        <p:tav tm="0">
                                          <p:val>
                                            <p:strVal val="#ppt_y+.026"/>
                                          </p:val>
                                        </p:tav>
                                        <p:tav tm="100000">
                                          <p:val>
                                            <p:strVal val="#ppt_y"/>
                                          </p:val>
                                        </p:tav>
                                      </p:tavLst>
                                    </p:anim>
                                    <p:animEffect transition="in" filter="fade">
                                      <p:cBhvr>
                                        <p:cTn id="11" dur="600"/>
                                        <p:tgtEl>
                                          <p:spTgt spid="4"/>
                                        </p:tgtEl>
                                      </p:cBhvr>
                                    </p:animEffect>
                                  </p:childTnLst>
                                </p:cTn>
                              </p:par>
                              <p:par>
                                <p:cTn id="12" presetID="42" presetClass="entr" presetSubtype="0" fill="hold" nodeType="withEffect">
                                  <p:stCondLst>
                                    <p:cond delay="300"/>
                                  </p:stCondLst>
                                  <p:childTnLst>
                                    <p:set>
                                      <p:cBhvr>
                                        <p:cTn id="13" dur="1" fill="hold">
                                          <p:stCondLst>
                                            <p:cond delay="0"/>
                                          </p:stCondLst>
                                        </p:cTn>
                                        <p:tgtEl>
                                          <p:spTgt spid="5"/>
                                        </p:tgtEl>
                                        <p:attrNameLst>
                                          <p:attrName>style.visibility</p:attrName>
                                        </p:attrNameLst>
                                      </p:cBhvr>
                                      <p:to>
                                        <p:strVal val="visible"/>
                                      </p:to>
                                    </p:set>
                                    <p:anim calcmode="lin" valueType="num">
                                      <p:cBhvr>
                                        <p:cTn id="14" dur="600" fill="hold"/>
                                        <p:tgtEl>
                                          <p:spTgt spid="5"/>
                                        </p:tgtEl>
                                        <p:attrNameLst>
                                          <p:attrName>ppt_y</p:attrName>
                                        </p:attrNameLst>
                                      </p:cBhvr>
                                      <p:tavLst>
                                        <p:tav tm="0">
                                          <p:val>
                                            <p:strVal val="#ppt_y+.026"/>
                                          </p:val>
                                        </p:tav>
                                        <p:tav tm="100000">
                                          <p:val>
                                            <p:strVal val="#ppt_y"/>
                                          </p:val>
                                        </p:tav>
                                      </p:tavLst>
                                    </p:anim>
                                    <p:animEffect transition="in" filter="fade">
                                      <p:cBhvr>
                                        <p:cTn id="15" dur="600"/>
                                        <p:tgtEl>
                                          <p:spTgt spid="5"/>
                                        </p:tgtEl>
                                      </p:cBhvr>
                                    </p:animEffect>
                                  </p:childTnLst>
                                </p:cTn>
                              </p:par>
                              <p:par>
                                <p:cTn id="16" presetID="42" presetClass="entr" presetSubtype="0" fill="hold" nodeType="withEffect">
                                  <p:stCondLst>
                                    <p:cond delay="390"/>
                                  </p:stCondLst>
                                  <p:childTnLst>
                                    <p:set>
                                      <p:cBhvr>
                                        <p:cTn id="17" dur="1" fill="hold">
                                          <p:stCondLst>
                                            <p:cond delay="0"/>
                                          </p:stCondLst>
                                        </p:cTn>
                                        <p:tgtEl>
                                          <p:spTgt spid="6"/>
                                        </p:tgtEl>
                                        <p:attrNameLst>
                                          <p:attrName>style.visibility</p:attrName>
                                        </p:attrNameLst>
                                      </p:cBhvr>
                                      <p:to>
                                        <p:strVal val="visible"/>
                                      </p:to>
                                    </p:set>
                                    <p:anim calcmode="lin" valueType="num">
                                      <p:cBhvr>
                                        <p:cTn id="18" dur="600" fill="hold"/>
                                        <p:tgtEl>
                                          <p:spTgt spid="6"/>
                                        </p:tgtEl>
                                        <p:attrNameLst>
                                          <p:attrName>ppt_y</p:attrName>
                                        </p:attrNameLst>
                                      </p:cBhvr>
                                      <p:tavLst>
                                        <p:tav tm="0">
                                          <p:val>
                                            <p:strVal val="#ppt_y+.026"/>
                                          </p:val>
                                        </p:tav>
                                        <p:tav tm="100000">
                                          <p:val>
                                            <p:strVal val="#ppt_y"/>
                                          </p:val>
                                        </p:tav>
                                      </p:tavLst>
                                    </p:anim>
                                    <p:animEffect transition="in" filter="fade">
                                      <p:cBhvr>
                                        <p:cTn id="19" dur="600"/>
                                        <p:tgtEl>
                                          <p:spTgt spid="6"/>
                                        </p:tgtEl>
                                      </p:cBhvr>
                                    </p:animEffect>
                                  </p:childTnLst>
                                </p:cTn>
                              </p:par>
                              <p:par>
                                <p:cTn id="20" presetID="42" presetClass="entr" presetSubtype="0" fill="hold" nodeType="withEffect">
                                  <p:stCondLst>
                                    <p:cond delay="480"/>
                                  </p:stCondLst>
                                  <p:childTnLst>
                                    <p:set>
                                      <p:cBhvr>
                                        <p:cTn id="21" dur="1" fill="hold">
                                          <p:stCondLst>
                                            <p:cond delay="0"/>
                                          </p:stCondLst>
                                        </p:cTn>
                                        <p:tgtEl>
                                          <p:spTgt spid="7"/>
                                        </p:tgtEl>
                                        <p:attrNameLst>
                                          <p:attrName>style.visibility</p:attrName>
                                        </p:attrNameLst>
                                      </p:cBhvr>
                                      <p:to>
                                        <p:strVal val="visible"/>
                                      </p:to>
                                    </p:set>
                                    <p:anim calcmode="lin" valueType="num">
                                      <p:cBhvr>
                                        <p:cTn id="22" dur="600" fill="hold"/>
                                        <p:tgtEl>
                                          <p:spTgt spid="7"/>
                                        </p:tgtEl>
                                        <p:attrNameLst>
                                          <p:attrName>ppt_y</p:attrName>
                                        </p:attrNameLst>
                                      </p:cBhvr>
                                      <p:tavLst>
                                        <p:tav tm="0">
                                          <p:val>
                                            <p:strVal val="#ppt_y+.026"/>
                                          </p:val>
                                        </p:tav>
                                        <p:tav tm="100000">
                                          <p:val>
                                            <p:strVal val="#ppt_y"/>
                                          </p:val>
                                        </p:tav>
                                      </p:tavLst>
                                    </p:anim>
                                    <p:animEffect transition="in" filter="fade">
                                      <p:cBhvr>
                                        <p:cTn id="23" dur="600"/>
                                        <p:tgtEl>
                                          <p:spTgt spid="7"/>
                                        </p:tgtEl>
                                      </p:cBhvr>
                                    </p:animEffect>
                                  </p:childTnLst>
                                </p:cTn>
                              </p:par>
                              <p:par>
                                <p:cTn id="24" presetID="42" presetClass="entr" presetSubtype="0" fill="hold" nodeType="withEffect">
                                  <p:stCondLst>
                                    <p:cond delay="570"/>
                                  </p:stCondLst>
                                  <p:childTnLst>
                                    <p:set>
                                      <p:cBhvr>
                                        <p:cTn id="25" dur="1" fill="hold">
                                          <p:stCondLst>
                                            <p:cond delay="0"/>
                                          </p:stCondLst>
                                        </p:cTn>
                                        <p:tgtEl>
                                          <p:spTgt spid="8"/>
                                        </p:tgtEl>
                                        <p:attrNameLst>
                                          <p:attrName>style.visibility</p:attrName>
                                        </p:attrNameLst>
                                      </p:cBhvr>
                                      <p:to>
                                        <p:strVal val="visible"/>
                                      </p:to>
                                    </p:set>
                                    <p:anim calcmode="lin" valueType="num">
                                      <p:cBhvr>
                                        <p:cTn id="26" dur="600" fill="hold"/>
                                        <p:tgtEl>
                                          <p:spTgt spid="8"/>
                                        </p:tgtEl>
                                        <p:attrNameLst>
                                          <p:attrName>ppt_y</p:attrName>
                                        </p:attrNameLst>
                                      </p:cBhvr>
                                      <p:tavLst>
                                        <p:tav tm="0">
                                          <p:val>
                                            <p:strVal val="#ppt_y+.026"/>
                                          </p:val>
                                        </p:tav>
                                        <p:tav tm="100000">
                                          <p:val>
                                            <p:strVal val="#ppt_y"/>
                                          </p:val>
                                        </p:tav>
                                      </p:tavLst>
                                    </p:anim>
                                    <p:animEffect transition="in" filter="fade">
                                      <p:cBhvr>
                                        <p:cTn id="27" dur="600"/>
                                        <p:tgtEl>
                                          <p:spTgt spid="8"/>
                                        </p:tgtEl>
                                      </p:cBhvr>
                                    </p:animEffect>
                                  </p:childTnLst>
                                </p:cTn>
                              </p:par>
                              <p:par>
                                <p:cTn id="28" presetID="42" presetClass="entr" presetSubtype="0" fill="hold" nodeType="withEffect">
                                  <p:stCondLst>
                                    <p:cond delay="659"/>
                                  </p:stCondLst>
                                  <p:childTnLst>
                                    <p:set>
                                      <p:cBhvr>
                                        <p:cTn id="29" dur="1" fill="hold">
                                          <p:stCondLst>
                                            <p:cond delay="0"/>
                                          </p:stCondLst>
                                        </p:cTn>
                                        <p:tgtEl>
                                          <p:spTgt spid="9"/>
                                        </p:tgtEl>
                                        <p:attrNameLst>
                                          <p:attrName>style.visibility</p:attrName>
                                        </p:attrNameLst>
                                      </p:cBhvr>
                                      <p:to>
                                        <p:strVal val="visible"/>
                                      </p:to>
                                    </p:set>
                                    <p:anim calcmode="lin" valueType="num">
                                      <p:cBhvr>
                                        <p:cTn id="30" dur="600" fill="hold"/>
                                        <p:tgtEl>
                                          <p:spTgt spid="9"/>
                                        </p:tgtEl>
                                        <p:attrNameLst>
                                          <p:attrName>ppt_y</p:attrName>
                                        </p:attrNameLst>
                                      </p:cBhvr>
                                      <p:tavLst>
                                        <p:tav tm="0">
                                          <p:val>
                                            <p:strVal val="#ppt_y+.026"/>
                                          </p:val>
                                        </p:tav>
                                        <p:tav tm="100000">
                                          <p:val>
                                            <p:strVal val="#ppt_y"/>
                                          </p:val>
                                        </p:tav>
                                      </p:tavLst>
                                    </p:anim>
                                    <p:animEffect transition="in" filter="fade">
                                      <p:cBhvr>
                                        <p:cTn id="31" dur="6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Nền" descr="bg_11.jpg"/>
          <p:cNvPicPr>
            <a:picLocks noChangeAspect="1"/>
          </p:cNvPicPr>
          <p:nvPr/>
        </p:nvPicPr>
        <p:blipFill>
          <a:blip r:embed="rId3"/>
          <a:stretch>
            <a:fillRect/>
          </a:stretch>
        </p:blipFill>
        <p:spPr>
          <a:xfrm>
            <a:off x="0" y="0"/>
            <a:ext cx="12192000" cy="6858000"/>
          </a:xfrm>
          <a:prstGeom prst="rect">
            <a:avLst/>
          </a:prstGeom>
        </p:spPr>
      </p:pic>
      <p:pic>
        <p:nvPicPr>
          <p:cNvPr id="3" name="Lớp 00 · fade" descr="L_11_00.png"/>
          <p:cNvPicPr>
            <a:picLocks noChangeAspect="1"/>
          </p:cNvPicPr>
          <p:nvPr/>
        </p:nvPicPr>
        <p:blipFill>
          <a:blip r:embed="rId4"/>
          <a:stretch>
            <a:fillRect/>
          </a:stretch>
        </p:blipFill>
        <p:spPr>
          <a:xfrm>
            <a:off x="0" y="0"/>
            <a:ext cx="12192000" cy="1568450"/>
          </a:xfrm>
          <a:prstGeom prst="rect">
            <a:avLst/>
          </a:prstGeom>
        </p:spPr>
      </p:pic>
      <p:pic>
        <p:nvPicPr>
          <p:cNvPr id="4" name="Lớp 01 · float" descr="L_11_01.png"/>
          <p:cNvPicPr>
            <a:picLocks noChangeAspect="1"/>
          </p:cNvPicPr>
          <p:nvPr/>
        </p:nvPicPr>
        <p:blipFill>
          <a:blip r:embed="rId5"/>
          <a:stretch>
            <a:fillRect/>
          </a:stretch>
        </p:blipFill>
        <p:spPr>
          <a:xfrm>
            <a:off x="0" y="31750"/>
            <a:ext cx="11493500" cy="2504281"/>
          </a:xfrm>
          <a:prstGeom prst="rect">
            <a:avLst/>
          </a:prstGeom>
        </p:spPr>
      </p:pic>
      <p:pic>
        <p:nvPicPr>
          <p:cNvPr id="5" name="Lớp 02 · float" descr="L_11_02.png"/>
          <p:cNvPicPr>
            <a:picLocks noChangeAspect="1"/>
          </p:cNvPicPr>
          <p:nvPr/>
        </p:nvPicPr>
        <p:blipFill>
          <a:blip r:embed="rId6"/>
          <a:stretch>
            <a:fillRect/>
          </a:stretch>
        </p:blipFill>
        <p:spPr>
          <a:xfrm>
            <a:off x="0" y="1172170"/>
            <a:ext cx="7424539" cy="4858841"/>
          </a:xfrm>
          <a:prstGeom prst="rect">
            <a:avLst/>
          </a:prstGeom>
        </p:spPr>
      </p:pic>
      <p:pic>
        <p:nvPicPr>
          <p:cNvPr id="6" name="Lớp 03 · float" descr="L_11_03.png"/>
          <p:cNvPicPr>
            <a:picLocks noChangeAspect="1"/>
          </p:cNvPicPr>
          <p:nvPr/>
        </p:nvPicPr>
        <p:blipFill>
          <a:blip r:embed="rId7"/>
          <a:stretch>
            <a:fillRect/>
          </a:stretch>
        </p:blipFill>
        <p:spPr>
          <a:xfrm>
            <a:off x="6027539" y="1172170"/>
            <a:ext cx="6164461" cy="5112841"/>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5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42" presetClass="entr" presetSubtype="0" fill="hold" nodeType="withEffect">
                                  <p:stCondLst>
                                    <p:cond delay="120"/>
                                  </p:stCondLst>
                                  <p:childTnLst>
                                    <p:set>
                                      <p:cBhvr>
                                        <p:cTn id="9" dur="1" fill="hold">
                                          <p:stCondLst>
                                            <p:cond delay="0"/>
                                          </p:stCondLst>
                                        </p:cTn>
                                        <p:tgtEl>
                                          <p:spTgt spid="4"/>
                                        </p:tgtEl>
                                        <p:attrNameLst>
                                          <p:attrName>style.visibility</p:attrName>
                                        </p:attrNameLst>
                                      </p:cBhvr>
                                      <p:to>
                                        <p:strVal val="visible"/>
                                      </p:to>
                                    </p:set>
                                    <p:anim calcmode="lin" valueType="num">
                                      <p:cBhvr>
                                        <p:cTn id="10" dur="600" fill="hold"/>
                                        <p:tgtEl>
                                          <p:spTgt spid="4"/>
                                        </p:tgtEl>
                                        <p:attrNameLst>
                                          <p:attrName>ppt_y</p:attrName>
                                        </p:attrNameLst>
                                      </p:cBhvr>
                                      <p:tavLst>
                                        <p:tav tm="0">
                                          <p:val>
                                            <p:strVal val="#ppt_y+.026"/>
                                          </p:val>
                                        </p:tav>
                                        <p:tav tm="100000">
                                          <p:val>
                                            <p:strVal val="#ppt_y"/>
                                          </p:val>
                                        </p:tav>
                                      </p:tavLst>
                                    </p:anim>
                                    <p:animEffect transition="in" filter="fade">
                                      <p:cBhvr>
                                        <p:cTn id="11" dur="600"/>
                                        <p:tgtEl>
                                          <p:spTgt spid="4"/>
                                        </p:tgtEl>
                                      </p:cBhvr>
                                    </p:animEffect>
                                  </p:childTnLst>
                                </p:cTn>
                              </p:par>
                              <p:par>
                                <p:cTn id="12" presetID="42" presetClass="entr" presetSubtype="0" fill="hold" nodeType="withEffect">
                                  <p:stCondLst>
                                    <p:cond delay="300"/>
                                  </p:stCondLst>
                                  <p:childTnLst>
                                    <p:set>
                                      <p:cBhvr>
                                        <p:cTn id="13" dur="1" fill="hold">
                                          <p:stCondLst>
                                            <p:cond delay="0"/>
                                          </p:stCondLst>
                                        </p:cTn>
                                        <p:tgtEl>
                                          <p:spTgt spid="5"/>
                                        </p:tgtEl>
                                        <p:attrNameLst>
                                          <p:attrName>style.visibility</p:attrName>
                                        </p:attrNameLst>
                                      </p:cBhvr>
                                      <p:to>
                                        <p:strVal val="visible"/>
                                      </p:to>
                                    </p:set>
                                    <p:anim calcmode="lin" valueType="num">
                                      <p:cBhvr>
                                        <p:cTn id="14" dur="600" fill="hold"/>
                                        <p:tgtEl>
                                          <p:spTgt spid="5"/>
                                        </p:tgtEl>
                                        <p:attrNameLst>
                                          <p:attrName>ppt_y</p:attrName>
                                        </p:attrNameLst>
                                      </p:cBhvr>
                                      <p:tavLst>
                                        <p:tav tm="0">
                                          <p:val>
                                            <p:strVal val="#ppt_y+.026"/>
                                          </p:val>
                                        </p:tav>
                                        <p:tav tm="100000">
                                          <p:val>
                                            <p:strVal val="#ppt_y"/>
                                          </p:val>
                                        </p:tav>
                                      </p:tavLst>
                                    </p:anim>
                                    <p:animEffect transition="in" filter="fade">
                                      <p:cBhvr>
                                        <p:cTn id="15" dur="600"/>
                                        <p:tgtEl>
                                          <p:spTgt spid="5"/>
                                        </p:tgtEl>
                                      </p:cBhvr>
                                    </p:animEffect>
                                  </p:childTnLst>
                                </p:cTn>
                              </p:par>
                              <p:par>
                                <p:cTn id="16" presetID="42" presetClass="entr" presetSubtype="0" fill="hold" nodeType="withEffect">
                                  <p:stCondLst>
                                    <p:cond delay="390"/>
                                  </p:stCondLst>
                                  <p:childTnLst>
                                    <p:set>
                                      <p:cBhvr>
                                        <p:cTn id="17" dur="1" fill="hold">
                                          <p:stCondLst>
                                            <p:cond delay="0"/>
                                          </p:stCondLst>
                                        </p:cTn>
                                        <p:tgtEl>
                                          <p:spTgt spid="6"/>
                                        </p:tgtEl>
                                        <p:attrNameLst>
                                          <p:attrName>style.visibility</p:attrName>
                                        </p:attrNameLst>
                                      </p:cBhvr>
                                      <p:to>
                                        <p:strVal val="visible"/>
                                      </p:to>
                                    </p:set>
                                    <p:anim calcmode="lin" valueType="num">
                                      <p:cBhvr>
                                        <p:cTn id="18" dur="600" fill="hold"/>
                                        <p:tgtEl>
                                          <p:spTgt spid="6"/>
                                        </p:tgtEl>
                                        <p:attrNameLst>
                                          <p:attrName>ppt_y</p:attrName>
                                        </p:attrNameLst>
                                      </p:cBhvr>
                                      <p:tavLst>
                                        <p:tav tm="0">
                                          <p:val>
                                            <p:strVal val="#ppt_y+.026"/>
                                          </p:val>
                                        </p:tav>
                                        <p:tav tm="100000">
                                          <p:val>
                                            <p:strVal val="#ppt_y"/>
                                          </p:val>
                                        </p:tav>
                                      </p:tavLst>
                                    </p:anim>
                                    <p:animEffect transition="in" filter="fade">
                                      <p:cBhvr>
                                        <p:cTn id="19" dur="6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Nền" descr="bg_12.jpg"/>
          <p:cNvPicPr>
            <a:picLocks noChangeAspect="1"/>
          </p:cNvPicPr>
          <p:nvPr/>
        </p:nvPicPr>
        <p:blipFill>
          <a:blip r:embed="rId3"/>
          <a:stretch>
            <a:fillRect/>
          </a:stretch>
        </p:blipFill>
        <p:spPr>
          <a:xfrm>
            <a:off x="0" y="0"/>
            <a:ext cx="12192000" cy="6858000"/>
          </a:xfrm>
          <a:prstGeom prst="rect">
            <a:avLst/>
          </a:prstGeom>
        </p:spPr>
      </p:pic>
      <p:pic>
        <p:nvPicPr>
          <p:cNvPr id="3" name="Lớp 00 · fade" descr="L_12_00.png"/>
          <p:cNvPicPr>
            <a:picLocks noChangeAspect="1"/>
          </p:cNvPicPr>
          <p:nvPr/>
        </p:nvPicPr>
        <p:blipFill>
          <a:blip r:embed="rId4"/>
          <a:stretch>
            <a:fillRect/>
          </a:stretch>
        </p:blipFill>
        <p:spPr>
          <a:xfrm>
            <a:off x="0" y="0"/>
            <a:ext cx="12192000" cy="1568450"/>
          </a:xfrm>
          <a:prstGeom prst="rect">
            <a:avLst/>
          </a:prstGeom>
        </p:spPr>
      </p:pic>
      <p:pic>
        <p:nvPicPr>
          <p:cNvPr id="4" name="Lớp 01 · float" descr="L_12_01.png"/>
          <p:cNvPicPr>
            <a:picLocks noChangeAspect="1"/>
          </p:cNvPicPr>
          <p:nvPr/>
        </p:nvPicPr>
        <p:blipFill>
          <a:blip r:embed="rId5"/>
          <a:stretch>
            <a:fillRect/>
          </a:stretch>
        </p:blipFill>
        <p:spPr>
          <a:xfrm>
            <a:off x="0" y="31750"/>
            <a:ext cx="11493500" cy="2504281"/>
          </a:xfrm>
          <a:prstGeom prst="rect">
            <a:avLst/>
          </a:prstGeom>
        </p:spPr>
      </p:pic>
      <p:pic>
        <p:nvPicPr>
          <p:cNvPr id="5" name="Lớp 02 · float" descr="L_12_02.png"/>
          <p:cNvPicPr>
            <a:picLocks noChangeAspect="1"/>
          </p:cNvPicPr>
          <p:nvPr/>
        </p:nvPicPr>
        <p:blipFill>
          <a:blip r:embed="rId6"/>
          <a:stretch>
            <a:fillRect/>
          </a:stretch>
        </p:blipFill>
        <p:spPr>
          <a:xfrm>
            <a:off x="0" y="1569740"/>
            <a:ext cx="5033466" cy="3949502"/>
          </a:xfrm>
          <a:prstGeom prst="rect">
            <a:avLst/>
          </a:prstGeom>
        </p:spPr>
      </p:pic>
      <p:pic>
        <p:nvPicPr>
          <p:cNvPr id="6" name="Lớp 03 · float" descr="L_12_03.png"/>
          <p:cNvPicPr>
            <a:picLocks noChangeAspect="1"/>
          </p:cNvPicPr>
          <p:nvPr/>
        </p:nvPicPr>
        <p:blipFill>
          <a:blip r:embed="rId7"/>
          <a:stretch>
            <a:fillRect/>
          </a:stretch>
        </p:blipFill>
        <p:spPr>
          <a:xfrm>
            <a:off x="3547566" y="1569740"/>
            <a:ext cx="5096966" cy="3949502"/>
          </a:xfrm>
          <a:prstGeom prst="rect">
            <a:avLst/>
          </a:prstGeom>
        </p:spPr>
      </p:pic>
      <p:pic>
        <p:nvPicPr>
          <p:cNvPr id="7" name="Lớp 04 · float" descr="L_12_04.png"/>
          <p:cNvPicPr>
            <a:picLocks noChangeAspect="1"/>
          </p:cNvPicPr>
          <p:nvPr/>
        </p:nvPicPr>
        <p:blipFill>
          <a:blip r:embed="rId8"/>
          <a:stretch>
            <a:fillRect/>
          </a:stretch>
        </p:blipFill>
        <p:spPr>
          <a:xfrm>
            <a:off x="7158633" y="1569740"/>
            <a:ext cx="5033367" cy="3949502"/>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5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42" presetClass="entr" presetSubtype="0" fill="hold" nodeType="withEffect">
                                  <p:stCondLst>
                                    <p:cond delay="120"/>
                                  </p:stCondLst>
                                  <p:childTnLst>
                                    <p:set>
                                      <p:cBhvr>
                                        <p:cTn id="9" dur="1" fill="hold">
                                          <p:stCondLst>
                                            <p:cond delay="0"/>
                                          </p:stCondLst>
                                        </p:cTn>
                                        <p:tgtEl>
                                          <p:spTgt spid="4"/>
                                        </p:tgtEl>
                                        <p:attrNameLst>
                                          <p:attrName>style.visibility</p:attrName>
                                        </p:attrNameLst>
                                      </p:cBhvr>
                                      <p:to>
                                        <p:strVal val="visible"/>
                                      </p:to>
                                    </p:set>
                                    <p:anim calcmode="lin" valueType="num">
                                      <p:cBhvr>
                                        <p:cTn id="10" dur="600" fill="hold"/>
                                        <p:tgtEl>
                                          <p:spTgt spid="4"/>
                                        </p:tgtEl>
                                        <p:attrNameLst>
                                          <p:attrName>ppt_y</p:attrName>
                                        </p:attrNameLst>
                                      </p:cBhvr>
                                      <p:tavLst>
                                        <p:tav tm="0">
                                          <p:val>
                                            <p:strVal val="#ppt_y+.026"/>
                                          </p:val>
                                        </p:tav>
                                        <p:tav tm="100000">
                                          <p:val>
                                            <p:strVal val="#ppt_y"/>
                                          </p:val>
                                        </p:tav>
                                      </p:tavLst>
                                    </p:anim>
                                    <p:animEffect transition="in" filter="fade">
                                      <p:cBhvr>
                                        <p:cTn id="11" dur="600"/>
                                        <p:tgtEl>
                                          <p:spTgt spid="4"/>
                                        </p:tgtEl>
                                      </p:cBhvr>
                                    </p:animEffect>
                                  </p:childTnLst>
                                </p:cTn>
                              </p:par>
                              <p:par>
                                <p:cTn id="12" presetID="42" presetClass="entr" presetSubtype="0" fill="hold" nodeType="withEffect">
                                  <p:stCondLst>
                                    <p:cond delay="300"/>
                                  </p:stCondLst>
                                  <p:childTnLst>
                                    <p:set>
                                      <p:cBhvr>
                                        <p:cTn id="13" dur="1" fill="hold">
                                          <p:stCondLst>
                                            <p:cond delay="0"/>
                                          </p:stCondLst>
                                        </p:cTn>
                                        <p:tgtEl>
                                          <p:spTgt spid="5"/>
                                        </p:tgtEl>
                                        <p:attrNameLst>
                                          <p:attrName>style.visibility</p:attrName>
                                        </p:attrNameLst>
                                      </p:cBhvr>
                                      <p:to>
                                        <p:strVal val="visible"/>
                                      </p:to>
                                    </p:set>
                                    <p:anim calcmode="lin" valueType="num">
                                      <p:cBhvr>
                                        <p:cTn id="14" dur="600" fill="hold"/>
                                        <p:tgtEl>
                                          <p:spTgt spid="5"/>
                                        </p:tgtEl>
                                        <p:attrNameLst>
                                          <p:attrName>ppt_y</p:attrName>
                                        </p:attrNameLst>
                                      </p:cBhvr>
                                      <p:tavLst>
                                        <p:tav tm="0">
                                          <p:val>
                                            <p:strVal val="#ppt_y+.026"/>
                                          </p:val>
                                        </p:tav>
                                        <p:tav tm="100000">
                                          <p:val>
                                            <p:strVal val="#ppt_y"/>
                                          </p:val>
                                        </p:tav>
                                      </p:tavLst>
                                    </p:anim>
                                    <p:animEffect transition="in" filter="fade">
                                      <p:cBhvr>
                                        <p:cTn id="15" dur="600"/>
                                        <p:tgtEl>
                                          <p:spTgt spid="5"/>
                                        </p:tgtEl>
                                      </p:cBhvr>
                                    </p:animEffect>
                                  </p:childTnLst>
                                </p:cTn>
                              </p:par>
                              <p:par>
                                <p:cTn id="16" presetID="42" presetClass="entr" presetSubtype="0" fill="hold" nodeType="withEffect">
                                  <p:stCondLst>
                                    <p:cond delay="390"/>
                                  </p:stCondLst>
                                  <p:childTnLst>
                                    <p:set>
                                      <p:cBhvr>
                                        <p:cTn id="17" dur="1" fill="hold">
                                          <p:stCondLst>
                                            <p:cond delay="0"/>
                                          </p:stCondLst>
                                        </p:cTn>
                                        <p:tgtEl>
                                          <p:spTgt spid="6"/>
                                        </p:tgtEl>
                                        <p:attrNameLst>
                                          <p:attrName>style.visibility</p:attrName>
                                        </p:attrNameLst>
                                      </p:cBhvr>
                                      <p:to>
                                        <p:strVal val="visible"/>
                                      </p:to>
                                    </p:set>
                                    <p:anim calcmode="lin" valueType="num">
                                      <p:cBhvr>
                                        <p:cTn id="18" dur="600" fill="hold"/>
                                        <p:tgtEl>
                                          <p:spTgt spid="6"/>
                                        </p:tgtEl>
                                        <p:attrNameLst>
                                          <p:attrName>ppt_y</p:attrName>
                                        </p:attrNameLst>
                                      </p:cBhvr>
                                      <p:tavLst>
                                        <p:tav tm="0">
                                          <p:val>
                                            <p:strVal val="#ppt_y+.026"/>
                                          </p:val>
                                        </p:tav>
                                        <p:tav tm="100000">
                                          <p:val>
                                            <p:strVal val="#ppt_y"/>
                                          </p:val>
                                        </p:tav>
                                      </p:tavLst>
                                    </p:anim>
                                    <p:animEffect transition="in" filter="fade">
                                      <p:cBhvr>
                                        <p:cTn id="19" dur="600"/>
                                        <p:tgtEl>
                                          <p:spTgt spid="6"/>
                                        </p:tgtEl>
                                      </p:cBhvr>
                                    </p:animEffect>
                                  </p:childTnLst>
                                </p:cTn>
                              </p:par>
                              <p:par>
                                <p:cTn id="20" presetID="42" presetClass="entr" presetSubtype="0" fill="hold" nodeType="withEffect">
                                  <p:stCondLst>
                                    <p:cond delay="480"/>
                                  </p:stCondLst>
                                  <p:childTnLst>
                                    <p:set>
                                      <p:cBhvr>
                                        <p:cTn id="21" dur="1" fill="hold">
                                          <p:stCondLst>
                                            <p:cond delay="0"/>
                                          </p:stCondLst>
                                        </p:cTn>
                                        <p:tgtEl>
                                          <p:spTgt spid="7"/>
                                        </p:tgtEl>
                                        <p:attrNameLst>
                                          <p:attrName>style.visibility</p:attrName>
                                        </p:attrNameLst>
                                      </p:cBhvr>
                                      <p:to>
                                        <p:strVal val="visible"/>
                                      </p:to>
                                    </p:set>
                                    <p:anim calcmode="lin" valueType="num">
                                      <p:cBhvr>
                                        <p:cTn id="22" dur="600" fill="hold"/>
                                        <p:tgtEl>
                                          <p:spTgt spid="7"/>
                                        </p:tgtEl>
                                        <p:attrNameLst>
                                          <p:attrName>ppt_y</p:attrName>
                                        </p:attrNameLst>
                                      </p:cBhvr>
                                      <p:tavLst>
                                        <p:tav tm="0">
                                          <p:val>
                                            <p:strVal val="#ppt_y+.026"/>
                                          </p:val>
                                        </p:tav>
                                        <p:tav tm="100000">
                                          <p:val>
                                            <p:strVal val="#ppt_y"/>
                                          </p:val>
                                        </p:tav>
                                      </p:tavLst>
                                    </p:anim>
                                    <p:animEffect transition="in" filter="fade">
                                      <p:cBhvr>
                                        <p:cTn id="23" dur="6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Nền" descr="bg_13.jpg"/>
          <p:cNvPicPr>
            <a:picLocks noChangeAspect="1"/>
          </p:cNvPicPr>
          <p:nvPr/>
        </p:nvPicPr>
        <p:blipFill>
          <a:blip r:embed="rId3"/>
          <a:stretch>
            <a:fillRect/>
          </a:stretch>
        </p:blipFill>
        <p:spPr>
          <a:xfrm>
            <a:off x="0" y="0"/>
            <a:ext cx="12192000" cy="6858000"/>
          </a:xfrm>
          <a:prstGeom prst="rect">
            <a:avLst/>
          </a:prstGeom>
        </p:spPr>
      </p:pic>
      <p:pic>
        <p:nvPicPr>
          <p:cNvPr id="3" name="Lớp 00 · fade" descr="L_13_00.png"/>
          <p:cNvPicPr>
            <a:picLocks noChangeAspect="1"/>
          </p:cNvPicPr>
          <p:nvPr/>
        </p:nvPicPr>
        <p:blipFill>
          <a:blip r:embed="rId4"/>
          <a:stretch>
            <a:fillRect/>
          </a:stretch>
        </p:blipFill>
        <p:spPr>
          <a:xfrm>
            <a:off x="0" y="0"/>
            <a:ext cx="12192000" cy="1568450"/>
          </a:xfrm>
          <a:prstGeom prst="rect">
            <a:avLst/>
          </a:prstGeom>
        </p:spPr>
      </p:pic>
      <p:pic>
        <p:nvPicPr>
          <p:cNvPr id="4" name="Lớp 01 · float" descr="L_13_01.png"/>
          <p:cNvPicPr>
            <a:picLocks noChangeAspect="1"/>
          </p:cNvPicPr>
          <p:nvPr/>
        </p:nvPicPr>
        <p:blipFill>
          <a:blip r:embed="rId5"/>
          <a:stretch>
            <a:fillRect/>
          </a:stretch>
        </p:blipFill>
        <p:spPr>
          <a:xfrm>
            <a:off x="0" y="31750"/>
            <a:ext cx="11493500" cy="2077641"/>
          </a:xfrm>
          <a:prstGeom prst="rect">
            <a:avLst/>
          </a:prstGeom>
        </p:spPr>
      </p:pic>
      <p:pic>
        <p:nvPicPr>
          <p:cNvPr id="5" name="Lớp 02 · float" descr="L_13_02.png"/>
          <p:cNvPicPr>
            <a:picLocks noChangeAspect="1"/>
          </p:cNvPicPr>
          <p:nvPr/>
        </p:nvPicPr>
        <p:blipFill>
          <a:blip r:embed="rId6"/>
          <a:stretch>
            <a:fillRect/>
          </a:stretch>
        </p:blipFill>
        <p:spPr>
          <a:xfrm>
            <a:off x="0" y="768945"/>
            <a:ext cx="4889500" cy="4343400"/>
          </a:xfrm>
          <a:prstGeom prst="rect">
            <a:avLst/>
          </a:prstGeom>
        </p:spPr>
      </p:pic>
      <p:pic>
        <p:nvPicPr>
          <p:cNvPr id="6" name="Lớp 03 · float" descr="L_13_03.png"/>
          <p:cNvPicPr>
            <a:picLocks noChangeAspect="1"/>
          </p:cNvPicPr>
          <p:nvPr/>
        </p:nvPicPr>
        <p:blipFill>
          <a:blip r:embed="rId7"/>
          <a:stretch>
            <a:fillRect/>
          </a:stretch>
        </p:blipFill>
        <p:spPr>
          <a:xfrm>
            <a:off x="3492500" y="1490960"/>
            <a:ext cx="8699500" cy="2277070"/>
          </a:xfrm>
          <a:prstGeom prst="rect">
            <a:avLst/>
          </a:prstGeom>
        </p:spPr>
      </p:pic>
      <p:pic>
        <p:nvPicPr>
          <p:cNvPr id="7" name="Lớp 04 · float" descr="L_13_04.png"/>
          <p:cNvPicPr>
            <a:picLocks noChangeAspect="1"/>
          </p:cNvPicPr>
          <p:nvPr/>
        </p:nvPicPr>
        <p:blipFill>
          <a:blip r:embed="rId8"/>
          <a:stretch>
            <a:fillRect/>
          </a:stretch>
        </p:blipFill>
        <p:spPr>
          <a:xfrm>
            <a:off x="3492500" y="2244030"/>
            <a:ext cx="8699500" cy="2146300"/>
          </a:xfrm>
          <a:prstGeom prst="rect">
            <a:avLst/>
          </a:prstGeom>
        </p:spPr>
      </p:pic>
      <p:pic>
        <p:nvPicPr>
          <p:cNvPr id="8" name="Lớp 05 · fade" descr="L_13_05.png"/>
          <p:cNvPicPr>
            <a:picLocks noChangeAspect="1"/>
          </p:cNvPicPr>
          <p:nvPr/>
        </p:nvPicPr>
        <p:blipFill>
          <a:blip r:embed="rId9"/>
          <a:stretch>
            <a:fillRect/>
          </a:stretch>
        </p:blipFill>
        <p:spPr>
          <a:xfrm>
            <a:off x="0" y="3715345"/>
            <a:ext cx="12192000" cy="28956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5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42" presetClass="entr" presetSubtype="0" fill="hold" nodeType="withEffect">
                                  <p:stCondLst>
                                    <p:cond delay="120"/>
                                  </p:stCondLst>
                                  <p:childTnLst>
                                    <p:set>
                                      <p:cBhvr>
                                        <p:cTn id="9" dur="1" fill="hold">
                                          <p:stCondLst>
                                            <p:cond delay="0"/>
                                          </p:stCondLst>
                                        </p:cTn>
                                        <p:tgtEl>
                                          <p:spTgt spid="4"/>
                                        </p:tgtEl>
                                        <p:attrNameLst>
                                          <p:attrName>style.visibility</p:attrName>
                                        </p:attrNameLst>
                                      </p:cBhvr>
                                      <p:to>
                                        <p:strVal val="visible"/>
                                      </p:to>
                                    </p:set>
                                    <p:anim calcmode="lin" valueType="num">
                                      <p:cBhvr>
                                        <p:cTn id="10" dur="600" fill="hold"/>
                                        <p:tgtEl>
                                          <p:spTgt spid="4"/>
                                        </p:tgtEl>
                                        <p:attrNameLst>
                                          <p:attrName>ppt_y</p:attrName>
                                        </p:attrNameLst>
                                      </p:cBhvr>
                                      <p:tavLst>
                                        <p:tav tm="0">
                                          <p:val>
                                            <p:strVal val="#ppt_y+.026"/>
                                          </p:val>
                                        </p:tav>
                                        <p:tav tm="100000">
                                          <p:val>
                                            <p:strVal val="#ppt_y"/>
                                          </p:val>
                                        </p:tav>
                                      </p:tavLst>
                                    </p:anim>
                                    <p:animEffect transition="in" filter="fade">
                                      <p:cBhvr>
                                        <p:cTn id="11" dur="600"/>
                                        <p:tgtEl>
                                          <p:spTgt spid="4"/>
                                        </p:tgtEl>
                                      </p:cBhvr>
                                    </p:animEffect>
                                  </p:childTnLst>
                                </p:cTn>
                              </p:par>
                              <p:par>
                                <p:cTn id="12" presetID="42" presetClass="entr" presetSubtype="0" fill="hold" nodeType="withEffect">
                                  <p:stCondLst>
                                    <p:cond delay="200"/>
                                  </p:stCondLst>
                                  <p:childTnLst>
                                    <p:set>
                                      <p:cBhvr>
                                        <p:cTn id="13" dur="1" fill="hold">
                                          <p:stCondLst>
                                            <p:cond delay="0"/>
                                          </p:stCondLst>
                                        </p:cTn>
                                        <p:tgtEl>
                                          <p:spTgt spid="5"/>
                                        </p:tgtEl>
                                        <p:attrNameLst>
                                          <p:attrName>style.visibility</p:attrName>
                                        </p:attrNameLst>
                                      </p:cBhvr>
                                      <p:to>
                                        <p:strVal val="visible"/>
                                      </p:to>
                                    </p:set>
                                    <p:anim calcmode="lin" valueType="num">
                                      <p:cBhvr>
                                        <p:cTn id="14" dur="700" fill="hold"/>
                                        <p:tgtEl>
                                          <p:spTgt spid="5"/>
                                        </p:tgtEl>
                                        <p:attrNameLst>
                                          <p:attrName>ppt_y</p:attrName>
                                        </p:attrNameLst>
                                      </p:cBhvr>
                                      <p:tavLst>
                                        <p:tav tm="0">
                                          <p:val>
                                            <p:strVal val="#ppt_y+.026"/>
                                          </p:val>
                                        </p:tav>
                                        <p:tav tm="100000">
                                          <p:val>
                                            <p:strVal val="#ppt_y"/>
                                          </p:val>
                                        </p:tav>
                                      </p:tavLst>
                                    </p:anim>
                                    <p:animEffect transition="in" filter="fade">
                                      <p:cBhvr>
                                        <p:cTn id="15" dur="700"/>
                                        <p:tgtEl>
                                          <p:spTgt spid="5"/>
                                        </p:tgtEl>
                                      </p:cBhvr>
                                    </p:animEffect>
                                  </p:childTnLst>
                                </p:cTn>
                              </p:par>
                              <p:par>
                                <p:cTn id="16" presetID="42" presetClass="entr" presetSubtype="0" fill="hold" nodeType="withEffect">
                                  <p:stCondLst>
                                    <p:cond delay="350"/>
                                  </p:stCondLst>
                                  <p:childTnLst>
                                    <p:set>
                                      <p:cBhvr>
                                        <p:cTn id="17" dur="1" fill="hold">
                                          <p:stCondLst>
                                            <p:cond delay="0"/>
                                          </p:stCondLst>
                                        </p:cTn>
                                        <p:tgtEl>
                                          <p:spTgt spid="6"/>
                                        </p:tgtEl>
                                        <p:attrNameLst>
                                          <p:attrName>style.visibility</p:attrName>
                                        </p:attrNameLst>
                                      </p:cBhvr>
                                      <p:to>
                                        <p:strVal val="visible"/>
                                      </p:to>
                                    </p:set>
                                    <p:anim calcmode="lin" valueType="num">
                                      <p:cBhvr>
                                        <p:cTn id="18" dur="700" fill="hold"/>
                                        <p:tgtEl>
                                          <p:spTgt spid="6"/>
                                        </p:tgtEl>
                                        <p:attrNameLst>
                                          <p:attrName>ppt_y</p:attrName>
                                        </p:attrNameLst>
                                      </p:cBhvr>
                                      <p:tavLst>
                                        <p:tav tm="0">
                                          <p:val>
                                            <p:strVal val="#ppt_y+.026"/>
                                          </p:val>
                                        </p:tav>
                                        <p:tav tm="100000">
                                          <p:val>
                                            <p:strVal val="#ppt_y"/>
                                          </p:val>
                                        </p:tav>
                                      </p:tavLst>
                                    </p:anim>
                                    <p:animEffect transition="in" filter="fade">
                                      <p:cBhvr>
                                        <p:cTn id="19" dur="700"/>
                                        <p:tgtEl>
                                          <p:spTgt spid="6"/>
                                        </p:tgtEl>
                                      </p:cBhvr>
                                    </p:animEffect>
                                  </p:childTnLst>
                                </p:cTn>
                              </p:par>
                              <p:par>
                                <p:cTn id="20" presetID="42" presetClass="entr" presetSubtype="0" fill="hold" nodeType="withEffect">
                                  <p:stCondLst>
                                    <p:cond delay="500"/>
                                  </p:stCondLst>
                                  <p:childTnLst>
                                    <p:set>
                                      <p:cBhvr>
                                        <p:cTn id="21" dur="1" fill="hold">
                                          <p:stCondLst>
                                            <p:cond delay="0"/>
                                          </p:stCondLst>
                                        </p:cTn>
                                        <p:tgtEl>
                                          <p:spTgt spid="7"/>
                                        </p:tgtEl>
                                        <p:attrNameLst>
                                          <p:attrName>style.visibility</p:attrName>
                                        </p:attrNameLst>
                                      </p:cBhvr>
                                      <p:to>
                                        <p:strVal val="visible"/>
                                      </p:to>
                                    </p:set>
                                    <p:anim calcmode="lin" valueType="num">
                                      <p:cBhvr>
                                        <p:cTn id="22" dur="700" fill="hold"/>
                                        <p:tgtEl>
                                          <p:spTgt spid="7"/>
                                        </p:tgtEl>
                                        <p:attrNameLst>
                                          <p:attrName>ppt_y</p:attrName>
                                        </p:attrNameLst>
                                      </p:cBhvr>
                                      <p:tavLst>
                                        <p:tav tm="0">
                                          <p:val>
                                            <p:strVal val="#ppt_y+.026"/>
                                          </p:val>
                                        </p:tav>
                                        <p:tav tm="100000">
                                          <p:val>
                                            <p:strVal val="#ppt_y"/>
                                          </p:val>
                                        </p:tav>
                                      </p:tavLst>
                                    </p:anim>
                                    <p:animEffect transition="in" filter="fade">
                                      <p:cBhvr>
                                        <p:cTn id="23" dur="700"/>
                                        <p:tgtEl>
                                          <p:spTgt spid="7"/>
                                        </p:tgtEl>
                                      </p:cBhvr>
                                    </p:animEffect>
                                  </p:childTnLst>
                                </p:cTn>
                              </p:par>
                              <p:par>
                                <p:cTn id="24" presetID="10" presetClass="entr" presetSubtype="0" fill="hold" nodeType="withEffect">
                                  <p:stCondLst>
                                    <p:cond delay="700"/>
                                  </p:stCondLst>
                                  <p:childTnLst>
                                    <p:set>
                                      <p:cBhvr>
                                        <p:cTn id="25" dur="1" fill="hold">
                                          <p:stCondLst>
                                            <p:cond delay="0"/>
                                          </p:stCondLst>
                                        </p:cTn>
                                        <p:tgtEl>
                                          <p:spTgt spid="8"/>
                                        </p:tgtEl>
                                        <p:attrNameLst>
                                          <p:attrName>style.visibility</p:attrName>
                                        </p:attrNameLst>
                                      </p:cBhvr>
                                      <p:to>
                                        <p:strVal val="visible"/>
                                      </p:to>
                                    </p:set>
                                    <p:animEffect transition="in" filter="fade">
                                      <p:cBhvr>
                                        <p:cTn id="26" dur="7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Nền" descr="bg_14.jpg"/>
          <p:cNvPicPr>
            <a:picLocks noChangeAspect="1"/>
          </p:cNvPicPr>
          <p:nvPr/>
        </p:nvPicPr>
        <p:blipFill>
          <a:blip r:embed="rId3"/>
          <a:stretch>
            <a:fillRect/>
          </a:stretch>
        </p:blipFill>
        <p:spPr>
          <a:xfrm>
            <a:off x="0" y="0"/>
            <a:ext cx="12192000" cy="6858000"/>
          </a:xfrm>
          <a:prstGeom prst="rect">
            <a:avLst/>
          </a:prstGeom>
        </p:spPr>
      </p:pic>
      <p:pic>
        <p:nvPicPr>
          <p:cNvPr id="3" name="Lớp 00 · fade" descr="L_14_00.png"/>
          <p:cNvPicPr>
            <a:picLocks noChangeAspect="1"/>
          </p:cNvPicPr>
          <p:nvPr/>
        </p:nvPicPr>
        <p:blipFill>
          <a:blip r:embed="rId4"/>
          <a:stretch>
            <a:fillRect/>
          </a:stretch>
        </p:blipFill>
        <p:spPr>
          <a:xfrm>
            <a:off x="0" y="0"/>
            <a:ext cx="12192000" cy="1568450"/>
          </a:xfrm>
          <a:prstGeom prst="rect">
            <a:avLst/>
          </a:prstGeom>
        </p:spPr>
      </p:pic>
      <p:pic>
        <p:nvPicPr>
          <p:cNvPr id="4" name="Lớp 01 · float" descr="L_14_01.png"/>
          <p:cNvPicPr>
            <a:picLocks noChangeAspect="1"/>
          </p:cNvPicPr>
          <p:nvPr/>
        </p:nvPicPr>
        <p:blipFill>
          <a:blip r:embed="rId5"/>
          <a:stretch>
            <a:fillRect/>
          </a:stretch>
        </p:blipFill>
        <p:spPr>
          <a:xfrm>
            <a:off x="0" y="31750"/>
            <a:ext cx="11493500" cy="2077641"/>
          </a:xfrm>
          <a:prstGeom prst="rect">
            <a:avLst/>
          </a:prstGeom>
        </p:spPr>
      </p:pic>
      <p:pic>
        <p:nvPicPr>
          <p:cNvPr id="5" name="Lớp 02 · float" descr="L_14_02.png"/>
          <p:cNvPicPr>
            <a:picLocks noChangeAspect="1"/>
          </p:cNvPicPr>
          <p:nvPr/>
        </p:nvPicPr>
        <p:blipFill>
          <a:blip r:embed="rId6"/>
          <a:stretch>
            <a:fillRect/>
          </a:stretch>
        </p:blipFill>
        <p:spPr>
          <a:xfrm>
            <a:off x="0" y="806847"/>
            <a:ext cx="5143500" cy="3302000"/>
          </a:xfrm>
          <a:prstGeom prst="rect">
            <a:avLst/>
          </a:prstGeom>
        </p:spPr>
      </p:pic>
      <p:pic>
        <p:nvPicPr>
          <p:cNvPr id="6" name="Lớp 03 · float" descr="L_14_03.png"/>
          <p:cNvPicPr>
            <a:picLocks noChangeAspect="1"/>
          </p:cNvPicPr>
          <p:nvPr/>
        </p:nvPicPr>
        <p:blipFill>
          <a:blip r:embed="rId7"/>
          <a:stretch>
            <a:fillRect/>
          </a:stretch>
        </p:blipFill>
        <p:spPr>
          <a:xfrm>
            <a:off x="0" y="2610247"/>
            <a:ext cx="5143500" cy="3302298"/>
          </a:xfrm>
          <a:prstGeom prst="rect">
            <a:avLst/>
          </a:prstGeom>
        </p:spPr>
      </p:pic>
      <p:pic>
        <p:nvPicPr>
          <p:cNvPr id="7" name="Lớp 04 · zoom:1.2" descr="L_14_04.png"/>
          <p:cNvPicPr>
            <a:picLocks noChangeAspect="1"/>
          </p:cNvPicPr>
          <p:nvPr/>
        </p:nvPicPr>
        <p:blipFill>
          <a:blip r:embed="rId8"/>
          <a:stretch>
            <a:fillRect/>
          </a:stretch>
        </p:blipFill>
        <p:spPr>
          <a:xfrm>
            <a:off x="0" y="2610247"/>
            <a:ext cx="5143500" cy="3302298"/>
          </a:xfrm>
          <a:prstGeom prst="rect">
            <a:avLst/>
          </a:prstGeom>
        </p:spPr>
      </p:pic>
      <p:pic>
        <p:nvPicPr>
          <p:cNvPr id="8" name="Lớp 05 · float" descr="L_14_05.png"/>
          <p:cNvPicPr>
            <a:picLocks noChangeAspect="1"/>
          </p:cNvPicPr>
          <p:nvPr/>
        </p:nvPicPr>
        <p:blipFill>
          <a:blip r:embed="rId9"/>
          <a:stretch>
            <a:fillRect/>
          </a:stretch>
        </p:blipFill>
        <p:spPr>
          <a:xfrm>
            <a:off x="3670300" y="806847"/>
            <a:ext cx="8521700" cy="5105698"/>
          </a:xfrm>
          <a:prstGeom prst="rect">
            <a:avLst/>
          </a:prstGeom>
        </p:spPr>
      </p:pic>
      <p:pic>
        <p:nvPicPr>
          <p:cNvPr id="9" name="Lớp 06 · fade" descr="L_14_06.png"/>
          <p:cNvPicPr>
            <a:picLocks noChangeAspect="1"/>
          </p:cNvPicPr>
          <p:nvPr/>
        </p:nvPicPr>
        <p:blipFill>
          <a:blip r:embed="rId10"/>
          <a:stretch>
            <a:fillRect/>
          </a:stretch>
        </p:blipFill>
        <p:spPr>
          <a:xfrm>
            <a:off x="5619750" y="1312565"/>
            <a:ext cx="2679700" cy="1816100"/>
          </a:xfrm>
          <a:prstGeom prst="rect">
            <a:avLst/>
          </a:prstGeom>
        </p:spPr>
      </p:pic>
      <p:pic>
        <p:nvPicPr>
          <p:cNvPr id="10" name="Lớp 07 · fade" descr="L_14_06.png"/>
          <p:cNvPicPr>
            <a:picLocks noChangeAspect="1"/>
          </p:cNvPicPr>
          <p:nvPr/>
        </p:nvPicPr>
        <p:blipFill>
          <a:blip r:embed="rId10"/>
          <a:stretch>
            <a:fillRect/>
          </a:stretch>
        </p:blipFill>
        <p:spPr>
          <a:xfrm>
            <a:off x="6686550" y="1312565"/>
            <a:ext cx="2679700" cy="1816100"/>
          </a:xfrm>
          <a:prstGeom prst="rect">
            <a:avLst/>
          </a:prstGeom>
        </p:spPr>
      </p:pic>
      <p:pic>
        <p:nvPicPr>
          <p:cNvPr id="11" name="Lớp 08 · fade" descr="L_14_06.png"/>
          <p:cNvPicPr>
            <a:picLocks noChangeAspect="1"/>
          </p:cNvPicPr>
          <p:nvPr/>
        </p:nvPicPr>
        <p:blipFill>
          <a:blip r:embed="rId10"/>
          <a:stretch>
            <a:fillRect/>
          </a:stretch>
        </p:blipFill>
        <p:spPr>
          <a:xfrm>
            <a:off x="7753350" y="1312565"/>
            <a:ext cx="2679700" cy="1816100"/>
          </a:xfrm>
          <a:prstGeom prst="rect">
            <a:avLst/>
          </a:prstGeom>
        </p:spPr>
      </p:pic>
      <p:pic>
        <p:nvPicPr>
          <p:cNvPr id="12" name="Lớp 09 · fade" descr="L_14_09.png"/>
          <p:cNvPicPr>
            <a:picLocks noChangeAspect="1"/>
          </p:cNvPicPr>
          <p:nvPr/>
        </p:nvPicPr>
        <p:blipFill>
          <a:blip r:embed="rId11"/>
          <a:stretch>
            <a:fillRect/>
          </a:stretch>
        </p:blipFill>
        <p:spPr>
          <a:xfrm>
            <a:off x="5619750" y="2285901"/>
            <a:ext cx="2679700" cy="1816100"/>
          </a:xfrm>
          <a:prstGeom prst="rect">
            <a:avLst/>
          </a:prstGeom>
        </p:spPr>
      </p:pic>
      <p:pic>
        <p:nvPicPr>
          <p:cNvPr id="13" name="Lớp 10 · fade" descr="L_14_09.png"/>
          <p:cNvPicPr>
            <a:picLocks noChangeAspect="1"/>
          </p:cNvPicPr>
          <p:nvPr/>
        </p:nvPicPr>
        <p:blipFill>
          <a:blip r:embed="rId11"/>
          <a:stretch>
            <a:fillRect/>
          </a:stretch>
        </p:blipFill>
        <p:spPr>
          <a:xfrm>
            <a:off x="6686550" y="2285901"/>
            <a:ext cx="2679700" cy="1816100"/>
          </a:xfrm>
          <a:prstGeom prst="rect">
            <a:avLst/>
          </a:prstGeom>
        </p:spPr>
      </p:pic>
      <p:pic>
        <p:nvPicPr>
          <p:cNvPr id="14" name="Lớp 11 · fade" descr="L_14_09.png"/>
          <p:cNvPicPr>
            <a:picLocks noChangeAspect="1"/>
          </p:cNvPicPr>
          <p:nvPr/>
        </p:nvPicPr>
        <p:blipFill>
          <a:blip r:embed="rId11"/>
          <a:stretch>
            <a:fillRect/>
          </a:stretch>
        </p:blipFill>
        <p:spPr>
          <a:xfrm>
            <a:off x="7753350" y="2285901"/>
            <a:ext cx="2679700" cy="1816100"/>
          </a:xfrm>
          <a:prstGeom prst="rect">
            <a:avLst/>
          </a:prstGeom>
        </p:spPr>
      </p:pic>
      <p:pic>
        <p:nvPicPr>
          <p:cNvPr id="15" name="Lớp 12 · fade" descr="L_14_09.png"/>
          <p:cNvPicPr>
            <a:picLocks noChangeAspect="1"/>
          </p:cNvPicPr>
          <p:nvPr/>
        </p:nvPicPr>
        <p:blipFill>
          <a:blip r:embed="rId11"/>
          <a:stretch>
            <a:fillRect/>
          </a:stretch>
        </p:blipFill>
        <p:spPr>
          <a:xfrm>
            <a:off x="8820150" y="2285901"/>
            <a:ext cx="2679700" cy="1816100"/>
          </a:xfrm>
          <a:prstGeom prst="rect">
            <a:avLst/>
          </a:prstGeom>
        </p:spPr>
      </p:pic>
      <p:pic>
        <p:nvPicPr>
          <p:cNvPr id="16" name="Lớp 13 · fade" descr="L_14_13.png"/>
          <p:cNvPicPr>
            <a:picLocks noChangeAspect="1"/>
          </p:cNvPicPr>
          <p:nvPr/>
        </p:nvPicPr>
        <p:blipFill>
          <a:blip r:embed="rId12"/>
          <a:stretch>
            <a:fillRect/>
          </a:stretch>
        </p:blipFill>
        <p:spPr>
          <a:xfrm>
            <a:off x="5619750" y="2285901"/>
            <a:ext cx="6057900" cy="2019300"/>
          </a:xfrm>
          <a:prstGeom prst="rect">
            <a:avLst/>
          </a:prstGeom>
        </p:spPr>
      </p:pic>
      <p:pic>
        <p:nvPicPr>
          <p:cNvPr id="17" name="Lớp 14 · fade" descr="L_14_09.png"/>
          <p:cNvPicPr>
            <a:picLocks noChangeAspect="1"/>
          </p:cNvPicPr>
          <p:nvPr/>
        </p:nvPicPr>
        <p:blipFill>
          <a:blip r:embed="rId11"/>
          <a:stretch>
            <a:fillRect/>
          </a:stretch>
        </p:blipFill>
        <p:spPr>
          <a:xfrm>
            <a:off x="6508750" y="2489101"/>
            <a:ext cx="2679700" cy="1816100"/>
          </a:xfrm>
          <a:prstGeom prst="rect">
            <a:avLst/>
          </a:prstGeom>
        </p:spPr>
      </p:pic>
      <p:pic>
        <p:nvPicPr>
          <p:cNvPr id="18" name="Lớp 15 · fade" descr="L_14_09.png"/>
          <p:cNvPicPr>
            <a:picLocks noChangeAspect="1"/>
          </p:cNvPicPr>
          <p:nvPr/>
        </p:nvPicPr>
        <p:blipFill>
          <a:blip r:embed="rId11"/>
          <a:stretch>
            <a:fillRect/>
          </a:stretch>
        </p:blipFill>
        <p:spPr>
          <a:xfrm>
            <a:off x="7575550" y="2489101"/>
            <a:ext cx="2679700" cy="1816100"/>
          </a:xfrm>
          <a:prstGeom prst="rect">
            <a:avLst/>
          </a:prstGeom>
        </p:spPr>
      </p:pic>
      <p:pic>
        <p:nvPicPr>
          <p:cNvPr id="19" name="Lớp 16 · fade" descr="L_14_09.png"/>
          <p:cNvPicPr>
            <a:picLocks noChangeAspect="1"/>
          </p:cNvPicPr>
          <p:nvPr/>
        </p:nvPicPr>
        <p:blipFill>
          <a:blip r:embed="rId11"/>
          <a:stretch>
            <a:fillRect/>
          </a:stretch>
        </p:blipFill>
        <p:spPr>
          <a:xfrm>
            <a:off x="8642350" y="2489101"/>
            <a:ext cx="2679700" cy="1816100"/>
          </a:xfrm>
          <a:prstGeom prst="rect">
            <a:avLst/>
          </a:prstGeom>
        </p:spPr>
      </p:pic>
      <p:pic>
        <p:nvPicPr>
          <p:cNvPr id="20" name="Lớp 17 · fade" descr="L_14_17.png"/>
          <p:cNvPicPr>
            <a:picLocks noChangeAspect="1"/>
          </p:cNvPicPr>
          <p:nvPr/>
        </p:nvPicPr>
        <p:blipFill>
          <a:blip r:embed="rId13"/>
          <a:stretch>
            <a:fillRect/>
          </a:stretch>
        </p:blipFill>
        <p:spPr>
          <a:xfrm>
            <a:off x="5619750" y="2489101"/>
            <a:ext cx="6057900" cy="2019300"/>
          </a:xfrm>
          <a:prstGeom prst="rect">
            <a:avLst/>
          </a:prstGeom>
        </p:spPr>
      </p:pic>
      <p:pic>
        <p:nvPicPr>
          <p:cNvPr id="21" name="Lớp 18 · fade" descr="L_14_09.png"/>
          <p:cNvPicPr>
            <a:picLocks noChangeAspect="1"/>
          </p:cNvPicPr>
          <p:nvPr/>
        </p:nvPicPr>
        <p:blipFill>
          <a:blip r:embed="rId11"/>
          <a:stretch>
            <a:fillRect/>
          </a:stretch>
        </p:blipFill>
        <p:spPr>
          <a:xfrm>
            <a:off x="6330950" y="2692301"/>
            <a:ext cx="2679700" cy="1816100"/>
          </a:xfrm>
          <a:prstGeom prst="rect">
            <a:avLst/>
          </a:prstGeom>
        </p:spPr>
      </p:pic>
      <p:pic>
        <p:nvPicPr>
          <p:cNvPr id="22" name="Lớp 19 · fade" descr="L_14_09.png"/>
          <p:cNvPicPr>
            <a:picLocks noChangeAspect="1"/>
          </p:cNvPicPr>
          <p:nvPr/>
        </p:nvPicPr>
        <p:blipFill>
          <a:blip r:embed="rId11"/>
          <a:stretch>
            <a:fillRect/>
          </a:stretch>
        </p:blipFill>
        <p:spPr>
          <a:xfrm>
            <a:off x="7397750" y="2692301"/>
            <a:ext cx="2679700" cy="1816100"/>
          </a:xfrm>
          <a:prstGeom prst="rect">
            <a:avLst/>
          </a:prstGeom>
        </p:spPr>
      </p:pic>
      <p:pic>
        <p:nvPicPr>
          <p:cNvPr id="23" name="Lớp 20 · fade" descr="L_14_09.png"/>
          <p:cNvPicPr>
            <a:picLocks noChangeAspect="1"/>
          </p:cNvPicPr>
          <p:nvPr/>
        </p:nvPicPr>
        <p:blipFill>
          <a:blip r:embed="rId11"/>
          <a:stretch>
            <a:fillRect/>
          </a:stretch>
        </p:blipFill>
        <p:spPr>
          <a:xfrm>
            <a:off x="8464550" y="2692301"/>
            <a:ext cx="2679700" cy="1816100"/>
          </a:xfrm>
          <a:prstGeom prst="rect">
            <a:avLst/>
          </a:prstGeom>
        </p:spPr>
      </p:pic>
      <p:pic>
        <p:nvPicPr>
          <p:cNvPr id="24" name="Lớp 21 · fade" descr="L_14_21.png"/>
          <p:cNvPicPr>
            <a:picLocks noChangeAspect="1"/>
          </p:cNvPicPr>
          <p:nvPr/>
        </p:nvPicPr>
        <p:blipFill>
          <a:blip r:embed="rId14"/>
          <a:stretch>
            <a:fillRect/>
          </a:stretch>
        </p:blipFill>
        <p:spPr>
          <a:xfrm>
            <a:off x="5619750" y="2692301"/>
            <a:ext cx="6057900" cy="2019300"/>
          </a:xfrm>
          <a:prstGeom prst="rect">
            <a:avLst/>
          </a:prstGeom>
        </p:spPr>
      </p:pic>
      <p:pic>
        <p:nvPicPr>
          <p:cNvPr id="25" name="Lớp 22 · fade" descr="L_14_22.png"/>
          <p:cNvPicPr>
            <a:picLocks noChangeAspect="1"/>
          </p:cNvPicPr>
          <p:nvPr/>
        </p:nvPicPr>
        <p:blipFill>
          <a:blip r:embed="rId15"/>
          <a:stretch>
            <a:fillRect/>
          </a:stretch>
        </p:blipFill>
        <p:spPr>
          <a:xfrm>
            <a:off x="0" y="4426645"/>
            <a:ext cx="12192000" cy="21463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5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42" presetClass="entr" presetSubtype="0" fill="hold" nodeType="withEffect">
                                  <p:stCondLst>
                                    <p:cond delay="120"/>
                                  </p:stCondLst>
                                  <p:childTnLst>
                                    <p:set>
                                      <p:cBhvr>
                                        <p:cTn id="9" dur="1" fill="hold">
                                          <p:stCondLst>
                                            <p:cond delay="0"/>
                                          </p:stCondLst>
                                        </p:cTn>
                                        <p:tgtEl>
                                          <p:spTgt spid="4"/>
                                        </p:tgtEl>
                                        <p:attrNameLst>
                                          <p:attrName>style.visibility</p:attrName>
                                        </p:attrNameLst>
                                      </p:cBhvr>
                                      <p:to>
                                        <p:strVal val="visible"/>
                                      </p:to>
                                    </p:set>
                                    <p:anim calcmode="lin" valueType="num">
                                      <p:cBhvr>
                                        <p:cTn id="10" dur="600" fill="hold"/>
                                        <p:tgtEl>
                                          <p:spTgt spid="4"/>
                                        </p:tgtEl>
                                        <p:attrNameLst>
                                          <p:attrName>ppt_y</p:attrName>
                                        </p:attrNameLst>
                                      </p:cBhvr>
                                      <p:tavLst>
                                        <p:tav tm="0">
                                          <p:val>
                                            <p:strVal val="#ppt_y+.026"/>
                                          </p:val>
                                        </p:tav>
                                        <p:tav tm="100000">
                                          <p:val>
                                            <p:strVal val="#ppt_y"/>
                                          </p:val>
                                        </p:tav>
                                      </p:tavLst>
                                    </p:anim>
                                    <p:animEffect transition="in" filter="fade">
                                      <p:cBhvr>
                                        <p:cTn id="11" dur="600"/>
                                        <p:tgtEl>
                                          <p:spTgt spid="4"/>
                                        </p:tgtEl>
                                      </p:cBhvr>
                                    </p:animEffect>
                                  </p:childTnLst>
                                </p:cTn>
                              </p:par>
                              <p:par>
                                <p:cTn id="12" presetID="42" presetClass="entr" presetSubtype="0" fill="hold" nodeType="withEffect">
                                  <p:stCondLst>
                                    <p:cond delay="300"/>
                                  </p:stCondLst>
                                  <p:childTnLst>
                                    <p:set>
                                      <p:cBhvr>
                                        <p:cTn id="13" dur="1" fill="hold">
                                          <p:stCondLst>
                                            <p:cond delay="0"/>
                                          </p:stCondLst>
                                        </p:cTn>
                                        <p:tgtEl>
                                          <p:spTgt spid="5"/>
                                        </p:tgtEl>
                                        <p:attrNameLst>
                                          <p:attrName>style.visibility</p:attrName>
                                        </p:attrNameLst>
                                      </p:cBhvr>
                                      <p:to>
                                        <p:strVal val="visible"/>
                                      </p:to>
                                    </p:set>
                                    <p:anim calcmode="lin" valueType="num">
                                      <p:cBhvr>
                                        <p:cTn id="14" dur="700" fill="hold"/>
                                        <p:tgtEl>
                                          <p:spTgt spid="5"/>
                                        </p:tgtEl>
                                        <p:attrNameLst>
                                          <p:attrName>ppt_y</p:attrName>
                                        </p:attrNameLst>
                                      </p:cBhvr>
                                      <p:tavLst>
                                        <p:tav tm="0">
                                          <p:val>
                                            <p:strVal val="#ppt_y+.026"/>
                                          </p:val>
                                        </p:tav>
                                        <p:tav tm="100000">
                                          <p:val>
                                            <p:strVal val="#ppt_y"/>
                                          </p:val>
                                        </p:tav>
                                      </p:tavLst>
                                    </p:anim>
                                    <p:animEffect transition="in" filter="fade">
                                      <p:cBhvr>
                                        <p:cTn id="15" dur="700"/>
                                        <p:tgtEl>
                                          <p:spTgt spid="5"/>
                                        </p:tgtEl>
                                      </p:cBhvr>
                                    </p:animEffect>
                                  </p:childTnLst>
                                </p:cTn>
                              </p:par>
                              <p:par>
                                <p:cTn id="16" presetID="42" presetClass="entr" presetSubtype="0" fill="hold" nodeType="withEffect">
                                  <p:stCondLst>
                                    <p:cond delay="450"/>
                                  </p:stCondLst>
                                  <p:childTnLst>
                                    <p:set>
                                      <p:cBhvr>
                                        <p:cTn id="17" dur="1" fill="hold">
                                          <p:stCondLst>
                                            <p:cond delay="0"/>
                                          </p:stCondLst>
                                        </p:cTn>
                                        <p:tgtEl>
                                          <p:spTgt spid="6"/>
                                        </p:tgtEl>
                                        <p:attrNameLst>
                                          <p:attrName>style.visibility</p:attrName>
                                        </p:attrNameLst>
                                      </p:cBhvr>
                                      <p:to>
                                        <p:strVal val="visible"/>
                                      </p:to>
                                    </p:set>
                                    <p:anim calcmode="lin" valueType="num">
                                      <p:cBhvr>
                                        <p:cTn id="18" dur="700" fill="hold"/>
                                        <p:tgtEl>
                                          <p:spTgt spid="6"/>
                                        </p:tgtEl>
                                        <p:attrNameLst>
                                          <p:attrName>ppt_y</p:attrName>
                                        </p:attrNameLst>
                                      </p:cBhvr>
                                      <p:tavLst>
                                        <p:tav tm="0">
                                          <p:val>
                                            <p:strVal val="#ppt_y+.026"/>
                                          </p:val>
                                        </p:tav>
                                        <p:tav tm="100000">
                                          <p:val>
                                            <p:strVal val="#ppt_y"/>
                                          </p:val>
                                        </p:tav>
                                      </p:tavLst>
                                    </p:anim>
                                    <p:animEffect transition="in" filter="fade">
                                      <p:cBhvr>
                                        <p:cTn id="19" dur="700"/>
                                        <p:tgtEl>
                                          <p:spTgt spid="6"/>
                                        </p:tgtEl>
                                      </p:cBhvr>
                                    </p:animEffect>
                                  </p:childTnLst>
                                </p:cTn>
                              </p:par>
                              <p:par>
                                <p:cTn id="20" presetID="42" presetClass="entr" presetSubtype="0" fill="hold" nodeType="withEffect">
                                  <p:stCondLst>
                                    <p:cond delay="600"/>
                                  </p:stCondLst>
                                  <p:childTnLst>
                                    <p:set>
                                      <p:cBhvr>
                                        <p:cTn id="21" dur="1" fill="hold">
                                          <p:stCondLst>
                                            <p:cond delay="0"/>
                                          </p:stCondLst>
                                        </p:cTn>
                                        <p:tgtEl>
                                          <p:spTgt spid="8"/>
                                        </p:tgtEl>
                                        <p:attrNameLst>
                                          <p:attrName>style.visibility</p:attrName>
                                        </p:attrNameLst>
                                      </p:cBhvr>
                                      <p:to>
                                        <p:strVal val="visible"/>
                                      </p:to>
                                    </p:set>
                                    <p:anim calcmode="lin" valueType="num">
                                      <p:cBhvr>
                                        <p:cTn id="22" dur="700" fill="hold"/>
                                        <p:tgtEl>
                                          <p:spTgt spid="8"/>
                                        </p:tgtEl>
                                        <p:attrNameLst>
                                          <p:attrName>ppt_y</p:attrName>
                                        </p:attrNameLst>
                                      </p:cBhvr>
                                      <p:tavLst>
                                        <p:tav tm="0">
                                          <p:val>
                                            <p:strVal val="#ppt_y+.026"/>
                                          </p:val>
                                        </p:tav>
                                        <p:tav tm="100000">
                                          <p:val>
                                            <p:strVal val="#ppt_y"/>
                                          </p:val>
                                        </p:tav>
                                      </p:tavLst>
                                    </p:anim>
                                    <p:animEffect transition="in" filter="fade">
                                      <p:cBhvr>
                                        <p:cTn id="23" dur="700"/>
                                        <p:tgtEl>
                                          <p:spTgt spid="8"/>
                                        </p:tgtEl>
                                      </p:cBhvr>
                                    </p:animEffect>
                                  </p:childTnLst>
                                </p:cTn>
                              </p:par>
                              <p:par>
                                <p:cTn id="24" presetID="10" presetClass="entr" presetSubtype="0" fill="hold" nodeType="withEffect">
                                  <p:stCondLst>
                                    <p:cond delay="700"/>
                                  </p:stCondLst>
                                  <p:childTnLst>
                                    <p:set>
                                      <p:cBhvr>
                                        <p:cTn id="25" dur="1" fill="hold">
                                          <p:stCondLst>
                                            <p:cond delay="0"/>
                                          </p:stCondLst>
                                        </p:cTn>
                                        <p:tgtEl>
                                          <p:spTgt spid="9"/>
                                        </p:tgtEl>
                                        <p:attrNameLst>
                                          <p:attrName>style.visibility</p:attrName>
                                        </p:attrNameLst>
                                      </p:cBhvr>
                                      <p:to>
                                        <p:strVal val="visible"/>
                                      </p:to>
                                    </p:set>
                                    <p:animEffect transition="in" filter="fade">
                                      <p:cBhvr>
                                        <p:cTn id="26" dur="409"/>
                                        <p:tgtEl>
                                          <p:spTgt spid="9"/>
                                        </p:tgtEl>
                                      </p:cBhvr>
                                    </p:animEffect>
                                  </p:childTnLst>
                                </p:cTn>
                              </p:par>
                              <p:par>
                                <p:cTn id="27" presetID="10" presetClass="entr" presetSubtype="0" fill="hold" nodeType="withEffect">
                                  <p:stCondLst>
                                    <p:cond delay="832"/>
                                  </p:stCondLst>
                                  <p:childTnLst>
                                    <p:set>
                                      <p:cBhvr>
                                        <p:cTn id="28" dur="1" fill="hold">
                                          <p:stCondLst>
                                            <p:cond delay="0"/>
                                          </p:stCondLst>
                                        </p:cTn>
                                        <p:tgtEl>
                                          <p:spTgt spid="10"/>
                                        </p:tgtEl>
                                        <p:attrNameLst>
                                          <p:attrName>style.visibility</p:attrName>
                                        </p:attrNameLst>
                                      </p:cBhvr>
                                      <p:to>
                                        <p:strVal val="visible"/>
                                      </p:to>
                                    </p:set>
                                    <p:animEffect transition="in" filter="fade">
                                      <p:cBhvr>
                                        <p:cTn id="29" dur="410"/>
                                        <p:tgtEl>
                                          <p:spTgt spid="10"/>
                                        </p:tgtEl>
                                      </p:cBhvr>
                                    </p:animEffect>
                                  </p:childTnLst>
                                </p:cTn>
                              </p:par>
                              <p:par>
                                <p:cTn id="30" presetID="10" presetClass="entr" presetSubtype="0" fill="hold" nodeType="withEffect">
                                  <p:stCondLst>
                                    <p:cond delay="964"/>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409"/>
                                        <p:tgtEl>
                                          <p:spTgt spid="11"/>
                                        </p:tgtEl>
                                      </p:cBhvr>
                                    </p:animEffect>
                                  </p:childTnLst>
                                </p:cTn>
                              </p:par>
                              <p:par>
                                <p:cTn id="33" presetID="10" presetClass="entr" presetSubtype="0" fill="hold" nodeType="withEffect">
                                  <p:stCondLst>
                                    <p:cond delay="1500"/>
                                  </p:stCondLst>
                                  <p:childTnLst>
                                    <p:set>
                                      <p:cBhvr>
                                        <p:cTn id="34" dur="1" fill="hold">
                                          <p:stCondLst>
                                            <p:cond delay="0"/>
                                          </p:stCondLst>
                                        </p:cTn>
                                        <p:tgtEl>
                                          <p:spTgt spid="12"/>
                                        </p:tgtEl>
                                        <p:attrNameLst>
                                          <p:attrName>style.visibility</p:attrName>
                                        </p:attrNameLst>
                                      </p:cBhvr>
                                      <p:to>
                                        <p:strVal val="visible"/>
                                      </p:to>
                                    </p:set>
                                    <p:animEffect transition="in" filter="fade">
                                      <p:cBhvr>
                                        <p:cTn id="35" dur="409"/>
                                        <p:tgtEl>
                                          <p:spTgt spid="12"/>
                                        </p:tgtEl>
                                      </p:cBhvr>
                                    </p:animEffect>
                                  </p:childTnLst>
                                </p:cTn>
                              </p:par>
                              <p:par>
                                <p:cTn id="36" presetID="53" presetClass="entr" presetSubtype="16" fill="hold" nodeType="withEffect">
                                  <p:stCondLst>
                                    <p:cond delay="1600"/>
                                  </p:stCondLst>
                                  <p:childTnLst>
                                    <p:set>
                                      <p:cBhvr>
                                        <p:cTn id="37" dur="1" fill="hold">
                                          <p:stCondLst>
                                            <p:cond delay="0"/>
                                          </p:stCondLst>
                                        </p:cTn>
                                        <p:tgtEl>
                                          <p:spTgt spid="7"/>
                                        </p:tgtEl>
                                        <p:attrNameLst>
                                          <p:attrName>style.visibility</p:attrName>
                                        </p:attrNameLst>
                                      </p:cBhvr>
                                      <p:to>
                                        <p:strVal val="visible"/>
                                      </p:to>
                                    </p:set>
                                    <p:anim calcmode="lin" valueType="num">
                                      <p:cBhvr>
                                        <p:cTn id="38" dur="500" fill="hold"/>
                                        <p:tgtEl>
                                          <p:spTgt spid="7"/>
                                        </p:tgtEl>
                                        <p:attrNameLst>
                                          <p:attrName>ppt_w</p:attrName>
                                        </p:attrNameLst>
                                      </p:cBhvr>
                                      <p:tavLst>
                                        <p:tav tm="0">
                                          <p:val>
                                            <p:strVal val="#ppt_w*1.2"/>
                                          </p:val>
                                        </p:tav>
                                        <p:tav tm="100000">
                                          <p:val>
                                            <p:strVal val="#ppt_w"/>
                                          </p:val>
                                        </p:tav>
                                      </p:tavLst>
                                    </p:anim>
                                    <p:anim calcmode="lin" valueType="num">
                                      <p:cBhvr>
                                        <p:cTn id="39" dur="500" fill="hold"/>
                                        <p:tgtEl>
                                          <p:spTgt spid="7"/>
                                        </p:tgtEl>
                                        <p:attrNameLst>
                                          <p:attrName>ppt_h</p:attrName>
                                        </p:attrNameLst>
                                      </p:cBhvr>
                                      <p:tavLst>
                                        <p:tav tm="0">
                                          <p:val>
                                            <p:strVal val="#ppt_h*1.2"/>
                                          </p:val>
                                        </p:tav>
                                        <p:tav tm="100000">
                                          <p:val>
                                            <p:strVal val="#ppt_h"/>
                                          </p:val>
                                        </p:tav>
                                      </p:tavLst>
                                    </p:anim>
                                    <p:animEffect transition="in" filter="fade">
                                      <p:cBhvr>
                                        <p:cTn id="40" dur="500"/>
                                        <p:tgtEl>
                                          <p:spTgt spid="7"/>
                                        </p:tgtEl>
                                      </p:cBhvr>
                                    </p:animEffect>
                                  </p:childTnLst>
                                </p:cTn>
                              </p:par>
                              <p:par>
                                <p:cTn id="41" presetID="10" presetClass="entr" presetSubtype="0" fill="hold" nodeType="withEffect">
                                  <p:stCondLst>
                                    <p:cond delay="1632"/>
                                  </p:stCondLst>
                                  <p:childTnLst>
                                    <p:set>
                                      <p:cBhvr>
                                        <p:cTn id="42" dur="1" fill="hold">
                                          <p:stCondLst>
                                            <p:cond delay="0"/>
                                          </p:stCondLst>
                                        </p:cTn>
                                        <p:tgtEl>
                                          <p:spTgt spid="13"/>
                                        </p:tgtEl>
                                        <p:attrNameLst>
                                          <p:attrName>style.visibility</p:attrName>
                                        </p:attrNameLst>
                                      </p:cBhvr>
                                      <p:to>
                                        <p:strVal val="visible"/>
                                      </p:to>
                                    </p:set>
                                    <p:animEffect transition="in" filter="fade">
                                      <p:cBhvr>
                                        <p:cTn id="43" dur="409"/>
                                        <p:tgtEl>
                                          <p:spTgt spid="13"/>
                                        </p:tgtEl>
                                      </p:cBhvr>
                                    </p:animEffect>
                                  </p:childTnLst>
                                </p:cTn>
                              </p:par>
                              <p:par>
                                <p:cTn id="44" presetID="10" presetClass="entr" presetSubtype="0" fill="hold" nodeType="withEffect">
                                  <p:stCondLst>
                                    <p:cond delay="1764"/>
                                  </p:stCondLst>
                                  <p:childTnLst>
                                    <p:set>
                                      <p:cBhvr>
                                        <p:cTn id="45" dur="1" fill="hold">
                                          <p:stCondLst>
                                            <p:cond delay="0"/>
                                          </p:stCondLst>
                                        </p:cTn>
                                        <p:tgtEl>
                                          <p:spTgt spid="14"/>
                                        </p:tgtEl>
                                        <p:attrNameLst>
                                          <p:attrName>style.visibility</p:attrName>
                                        </p:attrNameLst>
                                      </p:cBhvr>
                                      <p:to>
                                        <p:strVal val="visible"/>
                                      </p:to>
                                    </p:set>
                                    <p:animEffect transition="in" filter="fade">
                                      <p:cBhvr>
                                        <p:cTn id="46" dur="410"/>
                                        <p:tgtEl>
                                          <p:spTgt spid="14"/>
                                        </p:tgtEl>
                                      </p:cBhvr>
                                    </p:animEffect>
                                  </p:childTnLst>
                                </p:cTn>
                              </p:par>
                              <p:par>
                                <p:cTn id="47" presetID="10" presetClass="entr" presetSubtype="0" fill="hold" nodeType="withEffect">
                                  <p:stCondLst>
                                    <p:cond delay="1896"/>
                                  </p:stCondLst>
                                  <p:childTnLst>
                                    <p:set>
                                      <p:cBhvr>
                                        <p:cTn id="48" dur="1" fill="hold">
                                          <p:stCondLst>
                                            <p:cond delay="0"/>
                                          </p:stCondLst>
                                        </p:cTn>
                                        <p:tgtEl>
                                          <p:spTgt spid="15"/>
                                        </p:tgtEl>
                                        <p:attrNameLst>
                                          <p:attrName>style.visibility</p:attrName>
                                        </p:attrNameLst>
                                      </p:cBhvr>
                                      <p:to>
                                        <p:strVal val="visible"/>
                                      </p:to>
                                    </p:set>
                                    <p:animEffect transition="in" filter="fade">
                                      <p:cBhvr>
                                        <p:cTn id="49" dur="410"/>
                                        <p:tgtEl>
                                          <p:spTgt spid="15"/>
                                        </p:tgtEl>
                                      </p:cBhvr>
                                    </p:animEffect>
                                  </p:childTnLst>
                                </p:cTn>
                              </p:par>
                              <p:par>
                                <p:cTn id="50" presetID="10" presetClass="entr" presetSubtype="0" fill="hold" nodeType="withEffect">
                                  <p:stCondLst>
                                    <p:cond delay="2028"/>
                                  </p:stCondLst>
                                  <p:childTnLst>
                                    <p:set>
                                      <p:cBhvr>
                                        <p:cTn id="51" dur="1" fill="hold">
                                          <p:stCondLst>
                                            <p:cond delay="0"/>
                                          </p:stCondLst>
                                        </p:cTn>
                                        <p:tgtEl>
                                          <p:spTgt spid="16"/>
                                        </p:tgtEl>
                                        <p:attrNameLst>
                                          <p:attrName>style.visibility</p:attrName>
                                        </p:attrNameLst>
                                      </p:cBhvr>
                                      <p:to>
                                        <p:strVal val="visible"/>
                                      </p:to>
                                    </p:set>
                                    <p:animEffect transition="in" filter="fade">
                                      <p:cBhvr>
                                        <p:cTn id="52" dur="410"/>
                                        <p:tgtEl>
                                          <p:spTgt spid="16"/>
                                        </p:tgtEl>
                                      </p:cBhvr>
                                    </p:animEffect>
                                  </p:childTnLst>
                                </p:cTn>
                              </p:par>
                              <p:par>
                                <p:cTn id="53" presetID="10" presetClass="entr" presetSubtype="0" fill="hold" nodeType="withEffect">
                                  <p:stCondLst>
                                    <p:cond delay="2160"/>
                                  </p:stCondLst>
                                  <p:childTnLst>
                                    <p:set>
                                      <p:cBhvr>
                                        <p:cTn id="54" dur="1" fill="hold">
                                          <p:stCondLst>
                                            <p:cond delay="0"/>
                                          </p:stCondLst>
                                        </p:cTn>
                                        <p:tgtEl>
                                          <p:spTgt spid="17"/>
                                        </p:tgtEl>
                                        <p:attrNameLst>
                                          <p:attrName>style.visibility</p:attrName>
                                        </p:attrNameLst>
                                      </p:cBhvr>
                                      <p:to>
                                        <p:strVal val="visible"/>
                                      </p:to>
                                    </p:set>
                                    <p:animEffect transition="in" filter="fade">
                                      <p:cBhvr>
                                        <p:cTn id="55" dur="410"/>
                                        <p:tgtEl>
                                          <p:spTgt spid="17"/>
                                        </p:tgtEl>
                                      </p:cBhvr>
                                    </p:animEffect>
                                  </p:childTnLst>
                                </p:cTn>
                              </p:par>
                              <p:par>
                                <p:cTn id="56" presetID="10" presetClass="entr" presetSubtype="0" fill="hold" nodeType="withEffect">
                                  <p:stCondLst>
                                    <p:cond delay="2292"/>
                                  </p:stCondLst>
                                  <p:childTnLst>
                                    <p:set>
                                      <p:cBhvr>
                                        <p:cTn id="57" dur="1" fill="hold">
                                          <p:stCondLst>
                                            <p:cond delay="0"/>
                                          </p:stCondLst>
                                        </p:cTn>
                                        <p:tgtEl>
                                          <p:spTgt spid="18"/>
                                        </p:tgtEl>
                                        <p:attrNameLst>
                                          <p:attrName>style.visibility</p:attrName>
                                        </p:attrNameLst>
                                      </p:cBhvr>
                                      <p:to>
                                        <p:strVal val="visible"/>
                                      </p:to>
                                    </p:set>
                                    <p:animEffect transition="in" filter="fade">
                                      <p:cBhvr>
                                        <p:cTn id="58" dur="410"/>
                                        <p:tgtEl>
                                          <p:spTgt spid="18"/>
                                        </p:tgtEl>
                                      </p:cBhvr>
                                    </p:animEffect>
                                  </p:childTnLst>
                                </p:cTn>
                              </p:par>
                              <p:par>
                                <p:cTn id="59" presetID="10" presetClass="entr" presetSubtype="0" fill="hold" nodeType="withEffect">
                                  <p:stCondLst>
                                    <p:cond delay="2400"/>
                                  </p:stCondLst>
                                  <p:childTnLst>
                                    <p:set>
                                      <p:cBhvr>
                                        <p:cTn id="60" dur="1" fill="hold">
                                          <p:stCondLst>
                                            <p:cond delay="0"/>
                                          </p:stCondLst>
                                        </p:cTn>
                                        <p:tgtEl>
                                          <p:spTgt spid="25"/>
                                        </p:tgtEl>
                                        <p:attrNameLst>
                                          <p:attrName>style.visibility</p:attrName>
                                        </p:attrNameLst>
                                      </p:cBhvr>
                                      <p:to>
                                        <p:strVal val="visible"/>
                                      </p:to>
                                    </p:set>
                                    <p:animEffect transition="in" filter="fade">
                                      <p:cBhvr>
                                        <p:cTn id="61" dur="700"/>
                                        <p:tgtEl>
                                          <p:spTgt spid="25"/>
                                        </p:tgtEl>
                                      </p:cBhvr>
                                    </p:animEffect>
                                  </p:childTnLst>
                                </p:cTn>
                              </p:par>
                              <p:par>
                                <p:cTn id="62" presetID="10" presetClass="entr" presetSubtype="0" fill="hold" nodeType="withEffect">
                                  <p:stCondLst>
                                    <p:cond delay="2424"/>
                                  </p:stCondLst>
                                  <p:childTnLst>
                                    <p:set>
                                      <p:cBhvr>
                                        <p:cTn id="63" dur="1" fill="hold">
                                          <p:stCondLst>
                                            <p:cond delay="0"/>
                                          </p:stCondLst>
                                        </p:cTn>
                                        <p:tgtEl>
                                          <p:spTgt spid="19"/>
                                        </p:tgtEl>
                                        <p:attrNameLst>
                                          <p:attrName>style.visibility</p:attrName>
                                        </p:attrNameLst>
                                      </p:cBhvr>
                                      <p:to>
                                        <p:strVal val="visible"/>
                                      </p:to>
                                    </p:set>
                                    <p:animEffect transition="in" filter="fade">
                                      <p:cBhvr>
                                        <p:cTn id="64" dur="410"/>
                                        <p:tgtEl>
                                          <p:spTgt spid="19"/>
                                        </p:tgtEl>
                                      </p:cBhvr>
                                    </p:animEffect>
                                  </p:childTnLst>
                                </p:cTn>
                              </p:par>
                              <p:par>
                                <p:cTn id="65" presetID="10" presetClass="entr" presetSubtype="0" fill="hold" nodeType="withEffect">
                                  <p:stCondLst>
                                    <p:cond delay="2556"/>
                                  </p:stCondLst>
                                  <p:childTnLst>
                                    <p:set>
                                      <p:cBhvr>
                                        <p:cTn id="66" dur="1" fill="hold">
                                          <p:stCondLst>
                                            <p:cond delay="0"/>
                                          </p:stCondLst>
                                        </p:cTn>
                                        <p:tgtEl>
                                          <p:spTgt spid="20"/>
                                        </p:tgtEl>
                                        <p:attrNameLst>
                                          <p:attrName>style.visibility</p:attrName>
                                        </p:attrNameLst>
                                      </p:cBhvr>
                                      <p:to>
                                        <p:strVal val="visible"/>
                                      </p:to>
                                    </p:set>
                                    <p:animEffect transition="in" filter="fade">
                                      <p:cBhvr>
                                        <p:cTn id="67" dur="410"/>
                                        <p:tgtEl>
                                          <p:spTgt spid="20"/>
                                        </p:tgtEl>
                                      </p:cBhvr>
                                    </p:animEffect>
                                  </p:childTnLst>
                                </p:cTn>
                              </p:par>
                              <p:par>
                                <p:cTn id="68" presetID="10" presetClass="entr" presetSubtype="0" fill="hold" nodeType="withEffect">
                                  <p:stCondLst>
                                    <p:cond delay="2687"/>
                                  </p:stCondLst>
                                  <p:childTnLst>
                                    <p:set>
                                      <p:cBhvr>
                                        <p:cTn id="69" dur="1" fill="hold">
                                          <p:stCondLst>
                                            <p:cond delay="0"/>
                                          </p:stCondLst>
                                        </p:cTn>
                                        <p:tgtEl>
                                          <p:spTgt spid="21"/>
                                        </p:tgtEl>
                                        <p:attrNameLst>
                                          <p:attrName>style.visibility</p:attrName>
                                        </p:attrNameLst>
                                      </p:cBhvr>
                                      <p:to>
                                        <p:strVal val="visible"/>
                                      </p:to>
                                    </p:set>
                                    <p:animEffect transition="in" filter="fade">
                                      <p:cBhvr>
                                        <p:cTn id="70" dur="410"/>
                                        <p:tgtEl>
                                          <p:spTgt spid="21"/>
                                        </p:tgtEl>
                                      </p:cBhvr>
                                    </p:animEffect>
                                  </p:childTnLst>
                                </p:cTn>
                              </p:par>
                              <p:par>
                                <p:cTn id="71" presetID="10" presetClass="entr" presetSubtype="0" fill="hold" nodeType="withEffect">
                                  <p:stCondLst>
                                    <p:cond delay="2820"/>
                                  </p:stCondLst>
                                  <p:childTnLst>
                                    <p:set>
                                      <p:cBhvr>
                                        <p:cTn id="72" dur="1" fill="hold">
                                          <p:stCondLst>
                                            <p:cond delay="0"/>
                                          </p:stCondLst>
                                        </p:cTn>
                                        <p:tgtEl>
                                          <p:spTgt spid="22"/>
                                        </p:tgtEl>
                                        <p:attrNameLst>
                                          <p:attrName>style.visibility</p:attrName>
                                        </p:attrNameLst>
                                      </p:cBhvr>
                                      <p:to>
                                        <p:strVal val="visible"/>
                                      </p:to>
                                    </p:set>
                                    <p:animEffect transition="in" filter="fade">
                                      <p:cBhvr>
                                        <p:cTn id="73" dur="409"/>
                                        <p:tgtEl>
                                          <p:spTgt spid="22"/>
                                        </p:tgtEl>
                                      </p:cBhvr>
                                    </p:animEffect>
                                  </p:childTnLst>
                                </p:cTn>
                              </p:par>
                              <p:par>
                                <p:cTn id="74" presetID="10" presetClass="entr" presetSubtype="0" fill="hold" nodeType="withEffect">
                                  <p:stCondLst>
                                    <p:cond delay="2952"/>
                                  </p:stCondLst>
                                  <p:childTnLst>
                                    <p:set>
                                      <p:cBhvr>
                                        <p:cTn id="75" dur="1" fill="hold">
                                          <p:stCondLst>
                                            <p:cond delay="0"/>
                                          </p:stCondLst>
                                        </p:cTn>
                                        <p:tgtEl>
                                          <p:spTgt spid="23"/>
                                        </p:tgtEl>
                                        <p:attrNameLst>
                                          <p:attrName>style.visibility</p:attrName>
                                        </p:attrNameLst>
                                      </p:cBhvr>
                                      <p:to>
                                        <p:strVal val="visible"/>
                                      </p:to>
                                    </p:set>
                                    <p:animEffect transition="in" filter="fade">
                                      <p:cBhvr>
                                        <p:cTn id="76" dur="410"/>
                                        <p:tgtEl>
                                          <p:spTgt spid="23"/>
                                        </p:tgtEl>
                                      </p:cBhvr>
                                    </p:animEffect>
                                  </p:childTnLst>
                                </p:cTn>
                              </p:par>
                              <p:par>
                                <p:cTn id="77" presetID="10" presetClass="entr" presetSubtype="0" fill="hold" nodeType="withEffect">
                                  <p:stCondLst>
                                    <p:cond delay="3083"/>
                                  </p:stCondLst>
                                  <p:childTnLst>
                                    <p:set>
                                      <p:cBhvr>
                                        <p:cTn id="78" dur="1" fill="hold">
                                          <p:stCondLst>
                                            <p:cond delay="0"/>
                                          </p:stCondLst>
                                        </p:cTn>
                                        <p:tgtEl>
                                          <p:spTgt spid="24"/>
                                        </p:tgtEl>
                                        <p:attrNameLst>
                                          <p:attrName>style.visibility</p:attrName>
                                        </p:attrNameLst>
                                      </p:cBhvr>
                                      <p:to>
                                        <p:strVal val="visible"/>
                                      </p:to>
                                    </p:set>
                                    <p:animEffect transition="in" filter="fade">
                                      <p:cBhvr>
                                        <p:cTn id="79" dur="41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Nền" descr="bg_15.jpg"/>
          <p:cNvPicPr>
            <a:picLocks noChangeAspect="1"/>
          </p:cNvPicPr>
          <p:nvPr/>
        </p:nvPicPr>
        <p:blipFill>
          <a:blip r:embed="rId3"/>
          <a:stretch>
            <a:fillRect/>
          </a:stretch>
        </p:blipFill>
        <p:spPr>
          <a:xfrm>
            <a:off x="0" y="0"/>
            <a:ext cx="12192000" cy="6858000"/>
          </a:xfrm>
          <a:prstGeom prst="rect">
            <a:avLst/>
          </a:prstGeom>
        </p:spPr>
      </p:pic>
      <p:pic>
        <p:nvPicPr>
          <p:cNvPr id="3" name="Lớp 00 · fade" descr="L_15_00.png"/>
          <p:cNvPicPr>
            <a:picLocks noChangeAspect="1"/>
          </p:cNvPicPr>
          <p:nvPr/>
        </p:nvPicPr>
        <p:blipFill>
          <a:blip r:embed="rId4"/>
          <a:stretch>
            <a:fillRect/>
          </a:stretch>
        </p:blipFill>
        <p:spPr>
          <a:xfrm>
            <a:off x="0" y="0"/>
            <a:ext cx="12192000" cy="1568450"/>
          </a:xfrm>
          <a:prstGeom prst="rect">
            <a:avLst/>
          </a:prstGeom>
        </p:spPr>
      </p:pic>
      <p:pic>
        <p:nvPicPr>
          <p:cNvPr id="4" name="Lớp 01 · float" descr="L_15_01.png"/>
          <p:cNvPicPr>
            <a:picLocks noChangeAspect="1"/>
          </p:cNvPicPr>
          <p:nvPr/>
        </p:nvPicPr>
        <p:blipFill>
          <a:blip r:embed="rId5"/>
          <a:stretch>
            <a:fillRect/>
          </a:stretch>
        </p:blipFill>
        <p:spPr>
          <a:xfrm>
            <a:off x="0" y="31750"/>
            <a:ext cx="11493500" cy="2077641"/>
          </a:xfrm>
          <a:prstGeom prst="rect">
            <a:avLst/>
          </a:prstGeom>
        </p:spPr>
      </p:pic>
      <p:pic>
        <p:nvPicPr>
          <p:cNvPr id="5" name="Lớp 02 · zoom:1.2" descr="L_15_02.png"/>
          <p:cNvPicPr>
            <a:picLocks noChangeAspect="1"/>
          </p:cNvPicPr>
          <p:nvPr/>
        </p:nvPicPr>
        <p:blipFill>
          <a:blip r:embed="rId6"/>
          <a:stretch>
            <a:fillRect/>
          </a:stretch>
        </p:blipFill>
        <p:spPr>
          <a:xfrm>
            <a:off x="0" y="1149945"/>
            <a:ext cx="5016500" cy="5080000"/>
          </a:xfrm>
          <a:prstGeom prst="rect">
            <a:avLst/>
          </a:prstGeom>
        </p:spPr>
      </p:pic>
      <p:pic>
        <p:nvPicPr>
          <p:cNvPr id="6" name="Lớp 03 · fade" descr="L_15_03.png"/>
          <p:cNvPicPr>
            <a:picLocks noChangeAspect="1"/>
          </p:cNvPicPr>
          <p:nvPr/>
        </p:nvPicPr>
        <p:blipFill>
          <a:blip r:embed="rId7"/>
          <a:stretch>
            <a:fillRect/>
          </a:stretch>
        </p:blipFill>
        <p:spPr>
          <a:xfrm>
            <a:off x="0" y="1149945"/>
            <a:ext cx="5016500" cy="5080000"/>
          </a:xfrm>
          <a:prstGeom prst="rect">
            <a:avLst/>
          </a:prstGeom>
        </p:spPr>
      </p:pic>
      <p:pic>
        <p:nvPicPr>
          <p:cNvPr id="7" name="Lớp 04 · zoom:1.18" descr="L_15_04.png"/>
          <p:cNvPicPr>
            <a:picLocks noChangeAspect="1"/>
          </p:cNvPicPr>
          <p:nvPr/>
        </p:nvPicPr>
        <p:blipFill>
          <a:blip r:embed="rId8"/>
          <a:stretch>
            <a:fillRect/>
          </a:stretch>
        </p:blipFill>
        <p:spPr>
          <a:xfrm>
            <a:off x="0" y="1207095"/>
            <a:ext cx="4959350" cy="4965700"/>
          </a:xfrm>
          <a:prstGeom prst="rect">
            <a:avLst/>
          </a:prstGeom>
        </p:spPr>
      </p:pic>
      <p:pic>
        <p:nvPicPr>
          <p:cNvPr id="8" name="Lớp 05 · zoom:1.18" descr="L_15_05.png"/>
          <p:cNvPicPr>
            <a:picLocks noChangeAspect="1"/>
          </p:cNvPicPr>
          <p:nvPr/>
        </p:nvPicPr>
        <p:blipFill>
          <a:blip r:embed="rId9"/>
          <a:stretch>
            <a:fillRect/>
          </a:stretch>
        </p:blipFill>
        <p:spPr>
          <a:xfrm>
            <a:off x="336550" y="1549995"/>
            <a:ext cx="4279900" cy="4279900"/>
          </a:xfrm>
          <a:prstGeom prst="rect">
            <a:avLst/>
          </a:prstGeom>
        </p:spPr>
      </p:pic>
      <p:pic>
        <p:nvPicPr>
          <p:cNvPr id="9" name="Lớp 06 · zoom:1.18" descr="L_15_06.png"/>
          <p:cNvPicPr>
            <a:picLocks noChangeAspect="1"/>
          </p:cNvPicPr>
          <p:nvPr/>
        </p:nvPicPr>
        <p:blipFill>
          <a:blip r:embed="rId10"/>
          <a:stretch>
            <a:fillRect/>
          </a:stretch>
        </p:blipFill>
        <p:spPr>
          <a:xfrm>
            <a:off x="690880" y="1904325"/>
            <a:ext cx="3571240" cy="3571240"/>
          </a:xfrm>
          <a:prstGeom prst="rect">
            <a:avLst/>
          </a:prstGeom>
        </p:spPr>
      </p:pic>
      <p:pic>
        <p:nvPicPr>
          <p:cNvPr id="10" name="Lớp 07 · zoom:1.18" descr="L_15_07.png"/>
          <p:cNvPicPr>
            <a:picLocks noChangeAspect="1"/>
          </p:cNvPicPr>
          <p:nvPr/>
        </p:nvPicPr>
        <p:blipFill>
          <a:blip r:embed="rId11"/>
          <a:stretch>
            <a:fillRect/>
          </a:stretch>
        </p:blipFill>
        <p:spPr>
          <a:xfrm>
            <a:off x="1079500" y="2292945"/>
            <a:ext cx="2794000" cy="2794000"/>
          </a:xfrm>
          <a:prstGeom prst="rect">
            <a:avLst/>
          </a:prstGeom>
        </p:spPr>
      </p:pic>
      <p:pic>
        <p:nvPicPr>
          <p:cNvPr id="11" name="Lớp 08 · float" descr="L_15_08.png"/>
          <p:cNvPicPr>
            <a:picLocks noChangeAspect="1"/>
          </p:cNvPicPr>
          <p:nvPr/>
        </p:nvPicPr>
        <p:blipFill>
          <a:blip r:embed="rId12"/>
          <a:stretch>
            <a:fillRect/>
          </a:stretch>
        </p:blipFill>
        <p:spPr>
          <a:xfrm>
            <a:off x="3670300" y="1452265"/>
            <a:ext cx="5613400" cy="2212975"/>
          </a:xfrm>
          <a:prstGeom prst="rect">
            <a:avLst/>
          </a:prstGeom>
        </p:spPr>
      </p:pic>
      <p:pic>
        <p:nvPicPr>
          <p:cNvPr id="12" name="Lớp 09 · float" descr="L_15_09.png"/>
          <p:cNvPicPr>
            <a:picLocks noChangeAspect="1"/>
          </p:cNvPicPr>
          <p:nvPr/>
        </p:nvPicPr>
        <p:blipFill>
          <a:blip r:embed="rId13"/>
          <a:stretch>
            <a:fillRect/>
          </a:stretch>
        </p:blipFill>
        <p:spPr>
          <a:xfrm>
            <a:off x="3670300" y="2090440"/>
            <a:ext cx="5613400" cy="2167136"/>
          </a:xfrm>
          <a:prstGeom prst="rect">
            <a:avLst/>
          </a:prstGeom>
        </p:spPr>
      </p:pic>
      <p:pic>
        <p:nvPicPr>
          <p:cNvPr id="13" name="Lớp 10 · float" descr="L_15_10.png"/>
          <p:cNvPicPr>
            <a:picLocks noChangeAspect="1"/>
          </p:cNvPicPr>
          <p:nvPr/>
        </p:nvPicPr>
        <p:blipFill>
          <a:blip r:embed="rId14"/>
          <a:stretch>
            <a:fillRect/>
          </a:stretch>
        </p:blipFill>
        <p:spPr>
          <a:xfrm>
            <a:off x="3670300" y="2682776"/>
            <a:ext cx="5613400" cy="2212975"/>
          </a:xfrm>
          <a:prstGeom prst="rect">
            <a:avLst/>
          </a:prstGeom>
        </p:spPr>
      </p:pic>
      <p:pic>
        <p:nvPicPr>
          <p:cNvPr id="14" name="Lớp 11 · float" descr="L_15_11.png"/>
          <p:cNvPicPr>
            <a:picLocks noChangeAspect="1"/>
          </p:cNvPicPr>
          <p:nvPr/>
        </p:nvPicPr>
        <p:blipFill>
          <a:blip r:embed="rId15"/>
          <a:stretch>
            <a:fillRect/>
          </a:stretch>
        </p:blipFill>
        <p:spPr>
          <a:xfrm>
            <a:off x="3670300" y="3320951"/>
            <a:ext cx="5613400" cy="2212975"/>
          </a:xfrm>
          <a:prstGeom prst="rect">
            <a:avLst/>
          </a:prstGeom>
        </p:spPr>
      </p:pic>
      <p:pic>
        <p:nvPicPr>
          <p:cNvPr id="15" name="Lớp 12 · float" descr="L_15_12.png"/>
          <p:cNvPicPr>
            <a:picLocks noChangeAspect="1"/>
          </p:cNvPicPr>
          <p:nvPr/>
        </p:nvPicPr>
        <p:blipFill>
          <a:blip r:embed="rId16"/>
          <a:stretch>
            <a:fillRect/>
          </a:stretch>
        </p:blipFill>
        <p:spPr>
          <a:xfrm>
            <a:off x="7937500" y="1646039"/>
            <a:ext cx="4254500" cy="2812256"/>
          </a:xfrm>
          <a:prstGeom prst="rect">
            <a:avLst/>
          </a:prstGeom>
        </p:spPr>
      </p:pic>
      <p:pic>
        <p:nvPicPr>
          <p:cNvPr id="16" name="Lớp 13 · float" descr="L_15_13.png"/>
          <p:cNvPicPr>
            <a:picLocks noChangeAspect="1"/>
          </p:cNvPicPr>
          <p:nvPr/>
        </p:nvPicPr>
        <p:blipFill>
          <a:blip r:embed="rId17"/>
          <a:stretch>
            <a:fillRect/>
          </a:stretch>
        </p:blipFill>
        <p:spPr>
          <a:xfrm>
            <a:off x="7937500" y="2921595"/>
            <a:ext cx="4254500" cy="2812256"/>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5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42" presetClass="entr" presetSubtype="0" fill="hold" nodeType="withEffect">
                                  <p:stCondLst>
                                    <p:cond delay="120"/>
                                  </p:stCondLst>
                                  <p:childTnLst>
                                    <p:set>
                                      <p:cBhvr>
                                        <p:cTn id="9" dur="1" fill="hold">
                                          <p:stCondLst>
                                            <p:cond delay="0"/>
                                          </p:stCondLst>
                                        </p:cTn>
                                        <p:tgtEl>
                                          <p:spTgt spid="4"/>
                                        </p:tgtEl>
                                        <p:attrNameLst>
                                          <p:attrName>style.visibility</p:attrName>
                                        </p:attrNameLst>
                                      </p:cBhvr>
                                      <p:to>
                                        <p:strVal val="visible"/>
                                      </p:to>
                                    </p:set>
                                    <p:anim calcmode="lin" valueType="num">
                                      <p:cBhvr>
                                        <p:cTn id="10" dur="600" fill="hold"/>
                                        <p:tgtEl>
                                          <p:spTgt spid="4"/>
                                        </p:tgtEl>
                                        <p:attrNameLst>
                                          <p:attrName>ppt_y</p:attrName>
                                        </p:attrNameLst>
                                      </p:cBhvr>
                                      <p:tavLst>
                                        <p:tav tm="0">
                                          <p:val>
                                            <p:strVal val="#ppt_y+.026"/>
                                          </p:val>
                                        </p:tav>
                                        <p:tav tm="100000">
                                          <p:val>
                                            <p:strVal val="#ppt_y"/>
                                          </p:val>
                                        </p:tav>
                                      </p:tavLst>
                                    </p:anim>
                                    <p:animEffect transition="in" filter="fade">
                                      <p:cBhvr>
                                        <p:cTn id="11" dur="600"/>
                                        <p:tgtEl>
                                          <p:spTgt spid="4"/>
                                        </p:tgtEl>
                                      </p:cBhvr>
                                    </p:animEffect>
                                  </p:childTnLst>
                                </p:cTn>
                              </p:par>
                              <p:par>
                                <p:cTn id="12" presetID="10" presetClass="entr" presetSubtype="0" fill="hold" nodeType="withEffect">
                                  <p:stCondLst>
                                    <p:cond delay="20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1600"/>
                                        <p:tgtEl>
                                          <p:spTgt spid="6"/>
                                        </p:tgtEl>
                                      </p:cBhvr>
                                    </p:animEffect>
                                  </p:childTnLst>
                                </p:cTn>
                              </p:par>
                              <p:par>
                                <p:cTn id="15" presetID="53" presetClass="entr" presetSubtype="16" fill="hold" nodeType="withEffect">
                                  <p:stCondLst>
                                    <p:cond delay="300"/>
                                  </p:stCondLst>
                                  <p:childTnLst>
                                    <p:set>
                                      <p:cBhvr>
                                        <p:cTn id="16" dur="1" fill="hold">
                                          <p:stCondLst>
                                            <p:cond delay="0"/>
                                          </p:stCondLst>
                                        </p:cTn>
                                        <p:tgtEl>
                                          <p:spTgt spid="7"/>
                                        </p:tgtEl>
                                        <p:attrNameLst>
                                          <p:attrName>style.visibility</p:attrName>
                                        </p:attrNameLst>
                                      </p:cBhvr>
                                      <p:to>
                                        <p:strVal val="visible"/>
                                      </p:to>
                                    </p:set>
                                    <p:anim calcmode="lin" valueType="num">
                                      <p:cBhvr>
                                        <p:cTn id="17" dur="800" fill="hold"/>
                                        <p:tgtEl>
                                          <p:spTgt spid="7"/>
                                        </p:tgtEl>
                                        <p:attrNameLst>
                                          <p:attrName>ppt_w</p:attrName>
                                        </p:attrNameLst>
                                      </p:cBhvr>
                                      <p:tavLst>
                                        <p:tav tm="0">
                                          <p:val>
                                            <p:strVal val="#ppt_w*1.18"/>
                                          </p:val>
                                        </p:tav>
                                        <p:tav tm="100000">
                                          <p:val>
                                            <p:strVal val="#ppt_w"/>
                                          </p:val>
                                        </p:tav>
                                      </p:tavLst>
                                    </p:anim>
                                    <p:anim calcmode="lin" valueType="num">
                                      <p:cBhvr>
                                        <p:cTn id="18" dur="800" fill="hold"/>
                                        <p:tgtEl>
                                          <p:spTgt spid="7"/>
                                        </p:tgtEl>
                                        <p:attrNameLst>
                                          <p:attrName>ppt_h</p:attrName>
                                        </p:attrNameLst>
                                      </p:cBhvr>
                                      <p:tavLst>
                                        <p:tav tm="0">
                                          <p:val>
                                            <p:strVal val="#ppt_h*1.18"/>
                                          </p:val>
                                        </p:tav>
                                        <p:tav tm="100000">
                                          <p:val>
                                            <p:strVal val="#ppt_h"/>
                                          </p:val>
                                        </p:tav>
                                      </p:tavLst>
                                    </p:anim>
                                    <p:animEffect transition="in" filter="fade">
                                      <p:cBhvr>
                                        <p:cTn id="19" dur="800"/>
                                        <p:tgtEl>
                                          <p:spTgt spid="7"/>
                                        </p:tgtEl>
                                      </p:cBhvr>
                                    </p:animEffect>
                                  </p:childTnLst>
                                </p:cTn>
                              </p:par>
                              <p:par>
                                <p:cTn id="20" presetID="42" presetClass="entr" presetSubtype="0" fill="hold" nodeType="withEffect">
                                  <p:stCondLst>
                                    <p:cond delay="400"/>
                                  </p:stCondLst>
                                  <p:childTnLst>
                                    <p:set>
                                      <p:cBhvr>
                                        <p:cTn id="21" dur="1" fill="hold">
                                          <p:stCondLst>
                                            <p:cond delay="0"/>
                                          </p:stCondLst>
                                        </p:cTn>
                                        <p:tgtEl>
                                          <p:spTgt spid="11"/>
                                        </p:tgtEl>
                                        <p:attrNameLst>
                                          <p:attrName>style.visibility</p:attrName>
                                        </p:attrNameLst>
                                      </p:cBhvr>
                                      <p:to>
                                        <p:strVal val="visible"/>
                                      </p:to>
                                    </p:set>
                                    <p:anim calcmode="lin" valueType="num">
                                      <p:cBhvr>
                                        <p:cTn id="22" dur="550" fill="hold"/>
                                        <p:tgtEl>
                                          <p:spTgt spid="11"/>
                                        </p:tgtEl>
                                        <p:attrNameLst>
                                          <p:attrName>ppt_y</p:attrName>
                                        </p:attrNameLst>
                                      </p:cBhvr>
                                      <p:tavLst>
                                        <p:tav tm="0">
                                          <p:val>
                                            <p:strVal val="#ppt_y+.026"/>
                                          </p:val>
                                        </p:tav>
                                        <p:tav tm="100000">
                                          <p:val>
                                            <p:strVal val="#ppt_y"/>
                                          </p:val>
                                        </p:tav>
                                      </p:tavLst>
                                    </p:anim>
                                    <p:animEffect transition="in" filter="fade">
                                      <p:cBhvr>
                                        <p:cTn id="23" dur="550"/>
                                        <p:tgtEl>
                                          <p:spTgt spid="11"/>
                                        </p:tgtEl>
                                      </p:cBhvr>
                                    </p:animEffect>
                                  </p:childTnLst>
                                </p:cTn>
                              </p:par>
                              <p:par>
                                <p:cTn id="24" presetID="53" presetClass="entr" presetSubtype="16" fill="hold" nodeType="withEffect">
                                  <p:stCondLst>
                                    <p:cond delay="500"/>
                                  </p:stCondLst>
                                  <p:childTnLst>
                                    <p:set>
                                      <p:cBhvr>
                                        <p:cTn id="25" dur="1" fill="hold">
                                          <p:stCondLst>
                                            <p:cond delay="0"/>
                                          </p:stCondLst>
                                        </p:cTn>
                                        <p:tgtEl>
                                          <p:spTgt spid="8"/>
                                        </p:tgtEl>
                                        <p:attrNameLst>
                                          <p:attrName>style.visibility</p:attrName>
                                        </p:attrNameLst>
                                      </p:cBhvr>
                                      <p:to>
                                        <p:strVal val="visible"/>
                                      </p:to>
                                    </p:set>
                                    <p:anim calcmode="lin" valueType="num">
                                      <p:cBhvr>
                                        <p:cTn id="26" dur="800" fill="hold"/>
                                        <p:tgtEl>
                                          <p:spTgt spid="8"/>
                                        </p:tgtEl>
                                        <p:attrNameLst>
                                          <p:attrName>ppt_w</p:attrName>
                                        </p:attrNameLst>
                                      </p:cBhvr>
                                      <p:tavLst>
                                        <p:tav tm="0">
                                          <p:val>
                                            <p:strVal val="#ppt_w*1.18"/>
                                          </p:val>
                                        </p:tav>
                                        <p:tav tm="100000">
                                          <p:val>
                                            <p:strVal val="#ppt_w"/>
                                          </p:val>
                                        </p:tav>
                                      </p:tavLst>
                                    </p:anim>
                                    <p:anim calcmode="lin" valueType="num">
                                      <p:cBhvr>
                                        <p:cTn id="27" dur="800" fill="hold"/>
                                        <p:tgtEl>
                                          <p:spTgt spid="8"/>
                                        </p:tgtEl>
                                        <p:attrNameLst>
                                          <p:attrName>ppt_h</p:attrName>
                                        </p:attrNameLst>
                                      </p:cBhvr>
                                      <p:tavLst>
                                        <p:tav tm="0">
                                          <p:val>
                                            <p:strVal val="#ppt_h*1.18"/>
                                          </p:val>
                                        </p:tav>
                                        <p:tav tm="100000">
                                          <p:val>
                                            <p:strVal val="#ppt_h"/>
                                          </p:val>
                                        </p:tav>
                                      </p:tavLst>
                                    </p:anim>
                                    <p:animEffect transition="in" filter="fade">
                                      <p:cBhvr>
                                        <p:cTn id="28" dur="800"/>
                                        <p:tgtEl>
                                          <p:spTgt spid="8"/>
                                        </p:tgtEl>
                                      </p:cBhvr>
                                    </p:animEffect>
                                  </p:childTnLst>
                                </p:cTn>
                              </p:par>
                              <p:par>
                                <p:cTn id="29" presetID="42" presetClass="entr" presetSubtype="0" fill="hold" nodeType="withEffect">
                                  <p:stCondLst>
                                    <p:cond delay="600"/>
                                  </p:stCondLst>
                                  <p:childTnLst>
                                    <p:set>
                                      <p:cBhvr>
                                        <p:cTn id="30" dur="1" fill="hold">
                                          <p:stCondLst>
                                            <p:cond delay="0"/>
                                          </p:stCondLst>
                                        </p:cTn>
                                        <p:tgtEl>
                                          <p:spTgt spid="12"/>
                                        </p:tgtEl>
                                        <p:attrNameLst>
                                          <p:attrName>style.visibility</p:attrName>
                                        </p:attrNameLst>
                                      </p:cBhvr>
                                      <p:to>
                                        <p:strVal val="visible"/>
                                      </p:to>
                                    </p:set>
                                    <p:anim calcmode="lin" valueType="num">
                                      <p:cBhvr>
                                        <p:cTn id="31" dur="550" fill="hold"/>
                                        <p:tgtEl>
                                          <p:spTgt spid="12"/>
                                        </p:tgtEl>
                                        <p:attrNameLst>
                                          <p:attrName>ppt_y</p:attrName>
                                        </p:attrNameLst>
                                      </p:cBhvr>
                                      <p:tavLst>
                                        <p:tav tm="0">
                                          <p:val>
                                            <p:strVal val="#ppt_y+.026"/>
                                          </p:val>
                                        </p:tav>
                                        <p:tav tm="100000">
                                          <p:val>
                                            <p:strVal val="#ppt_y"/>
                                          </p:val>
                                        </p:tav>
                                      </p:tavLst>
                                    </p:anim>
                                    <p:animEffect transition="in" filter="fade">
                                      <p:cBhvr>
                                        <p:cTn id="32" dur="550"/>
                                        <p:tgtEl>
                                          <p:spTgt spid="12"/>
                                        </p:tgtEl>
                                      </p:cBhvr>
                                    </p:animEffect>
                                  </p:childTnLst>
                                </p:cTn>
                              </p:par>
                              <p:par>
                                <p:cTn id="33" presetID="53" presetClass="entr" presetSubtype="16" fill="hold" nodeType="withEffect">
                                  <p:stCondLst>
                                    <p:cond delay="700"/>
                                  </p:stCondLst>
                                  <p:childTnLst>
                                    <p:set>
                                      <p:cBhvr>
                                        <p:cTn id="34" dur="1" fill="hold">
                                          <p:stCondLst>
                                            <p:cond delay="0"/>
                                          </p:stCondLst>
                                        </p:cTn>
                                        <p:tgtEl>
                                          <p:spTgt spid="9"/>
                                        </p:tgtEl>
                                        <p:attrNameLst>
                                          <p:attrName>style.visibility</p:attrName>
                                        </p:attrNameLst>
                                      </p:cBhvr>
                                      <p:to>
                                        <p:strVal val="visible"/>
                                      </p:to>
                                    </p:set>
                                    <p:anim calcmode="lin" valueType="num">
                                      <p:cBhvr>
                                        <p:cTn id="35" dur="800" fill="hold"/>
                                        <p:tgtEl>
                                          <p:spTgt spid="9"/>
                                        </p:tgtEl>
                                        <p:attrNameLst>
                                          <p:attrName>ppt_w</p:attrName>
                                        </p:attrNameLst>
                                      </p:cBhvr>
                                      <p:tavLst>
                                        <p:tav tm="0">
                                          <p:val>
                                            <p:strVal val="#ppt_w*1.18"/>
                                          </p:val>
                                        </p:tav>
                                        <p:tav tm="100000">
                                          <p:val>
                                            <p:strVal val="#ppt_w"/>
                                          </p:val>
                                        </p:tav>
                                      </p:tavLst>
                                    </p:anim>
                                    <p:anim calcmode="lin" valueType="num">
                                      <p:cBhvr>
                                        <p:cTn id="36" dur="800" fill="hold"/>
                                        <p:tgtEl>
                                          <p:spTgt spid="9"/>
                                        </p:tgtEl>
                                        <p:attrNameLst>
                                          <p:attrName>ppt_h</p:attrName>
                                        </p:attrNameLst>
                                      </p:cBhvr>
                                      <p:tavLst>
                                        <p:tav tm="0">
                                          <p:val>
                                            <p:strVal val="#ppt_h*1.18"/>
                                          </p:val>
                                        </p:tav>
                                        <p:tav tm="100000">
                                          <p:val>
                                            <p:strVal val="#ppt_h"/>
                                          </p:val>
                                        </p:tav>
                                      </p:tavLst>
                                    </p:anim>
                                    <p:animEffect transition="in" filter="fade">
                                      <p:cBhvr>
                                        <p:cTn id="37" dur="800"/>
                                        <p:tgtEl>
                                          <p:spTgt spid="9"/>
                                        </p:tgtEl>
                                      </p:cBhvr>
                                    </p:animEffect>
                                  </p:childTnLst>
                                </p:cTn>
                              </p:par>
                              <p:par>
                                <p:cTn id="38" presetID="42" presetClass="entr" presetSubtype="0" fill="hold" nodeType="withEffect">
                                  <p:stCondLst>
                                    <p:cond delay="800"/>
                                  </p:stCondLst>
                                  <p:childTnLst>
                                    <p:set>
                                      <p:cBhvr>
                                        <p:cTn id="39" dur="1" fill="hold">
                                          <p:stCondLst>
                                            <p:cond delay="0"/>
                                          </p:stCondLst>
                                        </p:cTn>
                                        <p:tgtEl>
                                          <p:spTgt spid="13"/>
                                        </p:tgtEl>
                                        <p:attrNameLst>
                                          <p:attrName>style.visibility</p:attrName>
                                        </p:attrNameLst>
                                      </p:cBhvr>
                                      <p:to>
                                        <p:strVal val="visible"/>
                                      </p:to>
                                    </p:set>
                                    <p:anim calcmode="lin" valueType="num">
                                      <p:cBhvr>
                                        <p:cTn id="40" dur="550" fill="hold"/>
                                        <p:tgtEl>
                                          <p:spTgt spid="13"/>
                                        </p:tgtEl>
                                        <p:attrNameLst>
                                          <p:attrName>ppt_y</p:attrName>
                                        </p:attrNameLst>
                                      </p:cBhvr>
                                      <p:tavLst>
                                        <p:tav tm="0">
                                          <p:val>
                                            <p:strVal val="#ppt_y+.026"/>
                                          </p:val>
                                        </p:tav>
                                        <p:tav tm="100000">
                                          <p:val>
                                            <p:strVal val="#ppt_y"/>
                                          </p:val>
                                        </p:tav>
                                      </p:tavLst>
                                    </p:anim>
                                    <p:animEffect transition="in" filter="fade">
                                      <p:cBhvr>
                                        <p:cTn id="41" dur="550"/>
                                        <p:tgtEl>
                                          <p:spTgt spid="13"/>
                                        </p:tgtEl>
                                      </p:cBhvr>
                                    </p:animEffect>
                                  </p:childTnLst>
                                </p:cTn>
                              </p:par>
                              <p:par>
                                <p:cTn id="42" presetID="53" presetClass="entr" presetSubtype="16" fill="hold" nodeType="withEffect">
                                  <p:stCondLst>
                                    <p:cond delay="900"/>
                                  </p:stCondLst>
                                  <p:childTnLst>
                                    <p:set>
                                      <p:cBhvr>
                                        <p:cTn id="43" dur="1" fill="hold">
                                          <p:stCondLst>
                                            <p:cond delay="0"/>
                                          </p:stCondLst>
                                        </p:cTn>
                                        <p:tgtEl>
                                          <p:spTgt spid="10"/>
                                        </p:tgtEl>
                                        <p:attrNameLst>
                                          <p:attrName>style.visibility</p:attrName>
                                        </p:attrNameLst>
                                      </p:cBhvr>
                                      <p:to>
                                        <p:strVal val="visible"/>
                                      </p:to>
                                    </p:set>
                                    <p:anim calcmode="lin" valueType="num">
                                      <p:cBhvr>
                                        <p:cTn id="44" dur="800" fill="hold"/>
                                        <p:tgtEl>
                                          <p:spTgt spid="10"/>
                                        </p:tgtEl>
                                        <p:attrNameLst>
                                          <p:attrName>ppt_w</p:attrName>
                                        </p:attrNameLst>
                                      </p:cBhvr>
                                      <p:tavLst>
                                        <p:tav tm="0">
                                          <p:val>
                                            <p:strVal val="#ppt_w*1.18"/>
                                          </p:val>
                                        </p:tav>
                                        <p:tav tm="100000">
                                          <p:val>
                                            <p:strVal val="#ppt_w"/>
                                          </p:val>
                                        </p:tav>
                                      </p:tavLst>
                                    </p:anim>
                                    <p:anim calcmode="lin" valueType="num">
                                      <p:cBhvr>
                                        <p:cTn id="45" dur="800" fill="hold"/>
                                        <p:tgtEl>
                                          <p:spTgt spid="10"/>
                                        </p:tgtEl>
                                        <p:attrNameLst>
                                          <p:attrName>ppt_h</p:attrName>
                                        </p:attrNameLst>
                                      </p:cBhvr>
                                      <p:tavLst>
                                        <p:tav tm="0">
                                          <p:val>
                                            <p:strVal val="#ppt_h*1.18"/>
                                          </p:val>
                                        </p:tav>
                                        <p:tav tm="100000">
                                          <p:val>
                                            <p:strVal val="#ppt_h"/>
                                          </p:val>
                                        </p:tav>
                                      </p:tavLst>
                                    </p:anim>
                                    <p:animEffect transition="in" filter="fade">
                                      <p:cBhvr>
                                        <p:cTn id="46" dur="800"/>
                                        <p:tgtEl>
                                          <p:spTgt spid="10"/>
                                        </p:tgtEl>
                                      </p:cBhvr>
                                    </p:animEffect>
                                  </p:childTnLst>
                                </p:cTn>
                              </p:par>
                              <p:par>
                                <p:cTn id="47" presetID="42" presetClass="entr" presetSubtype="0" fill="hold" nodeType="withEffect">
                                  <p:stCondLst>
                                    <p:cond delay="1000"/>
                                  </p:stCondLst>
                                  <p:childTnLst>
                                    <p:set>
                                      <p:cBhvr>
                                        <p:cTn id="48" dur="1" fill="hold">
                                          <p:stCondLst>
                                            <p:cond delay="0"/>
                                          </p:stCondLst>
                                        </p:cTn>
                                        <p:tgtEl>
                                          <p:spTgt spid="14"/>
                                        </p:tgtEl>
                                        <p:attrNameLst>
                                          <p:attrName>style.visibility</p:attrName>
                                        </p:attrNameLst>
                                      </p:cBhvr>
                                      <p:to>
                                        <p:strVal val="visible"/>
                                      </p:to>
                                    </p:set>
                                    <p:anim calcmode="lin" valueType="num">
                                      <p:cBhvr>
                                        <p:cTn id="49" dur="550" fill="hold"/>
                                        <p:tgtEl>
                                          <p:spTgt spid="14"/>
                                        </p:tgtEl>
                                        <p:attrNameLst>
                                          <p:attrName>ppt_y</p:attrName>
                                        </p:attrNameLst>
                                      </p:cBhvr>
                                      <p:tavLst>
                                        <p:tav tm="0">
                                          <p:val>
                                            <p:strVal val="#ppt_y+.026"/>
                                          </p:val>
                                        </p:tav>
                                        <p:tav tm="100000">
                                          <p:val>
                                            <p:strVal val="#ppt_y"/>
                                          </p:val>
                                        </p:tav>
                                      </p:tavLst>
                                    </p:anim>
                                    <p:animEffect transition="in" filter="fade">
                                      <p:cBhvr>
                                        <p:cTn id="50" dur="550"/>
                                        <p:tgtEl>
                                          <p:spTgt spid="14"/>
                                        </p:tgtEl>
                                      </p:cBhvr>
                                    </p:animEffect>
                                  </p:childTnLst>
                                </p:cTn>
                              </p:par>
                              <p:par>
                                <p:cTn id="51" presetID="42" presetClass="entr" presetSubtype="0" fill="hold" nodeType="withEffect">
                                  <p:stCondLst>
                                    <p:cond delay="1400"/>
                                  </p:stCondLst>
                                  <p:childTnLst>
                                    <p:set>
                                      <p:cBhvr>
                                        <p:cTn id="52" dur="1" fill="hold">
                                          <p:stCondLst>
                                            <p:cond delay="0"/>
                                          </p:stCondLst>
                                        </p:cTn>
                                        <p:tgtEl>
                                          <p:spTgt spid="15"/>
                                        </p:tgtEl>
                                        <p:attrNameLst>
                                          <p:attrName>style.visibility</p:attrName>
                                        </p:attrNameLst>
                                      </p:cBhvr>
                                      <p:to>
                                        <p:strVal val="visible"/>
                                      </p:to>
                                    </p:set>
                                    <p:anim calcmode="lin" valueType="num">
                                      <p:cBhvr>
                                        <p:cTn id="53" dur="700" fill="hold"/>
                                        <p:tgtEl>
                                          <p:spTgt spid="15"/>
                                        </p:tgtEl>
                                        <p:attrNameLst>
                                          <p:attrName>ppt_y</p:attrName>
                                        </p:attrNameLst>
                                      </p:cBhvr>
                                      <p:tavLst>
                                        <p:tav tm="0">
                                          <p:val>
                                            <p:strVal val="#ppt_y+.026"/>
                                          </p:val>
                                        </p:tav>
                                        <p:tav tm="100000">
                                          <p:val>
                                            <p:strVal val="#ppt_y"/>
                                          </p:val>
                                        </p:tav>
                                      </p:tavLst>
                                    </p:anim>
                                    <p:animEffect transition="in" filter="fade">
                                      <p:cBhvr>
                                        <p:cTn id="54" dur="700"/>
                                        <p:tgtEl>
                                          <p:spTgt spid="15"/>
                                        </p:tgtEl>
                                      </p:cBhvr>
                                    </p:animEffect>
                                  </p:childTnLst>
                                </p:cTn>
                              </p:par>
                              <p:par>
                                <p:cTn id="55" presetID="42" presetClass="entr" presetSubtype="0" fill="hold" nodeType="withEffect">
                                  <p:stCondLst>
                                    <p:cond delay="1600"/>
                                  </p:stCondLst>
                                  <p:childTnLst>
                                    <p:set>
                                      <p:cBhvr>
                                        <p:cTn id="56" dur="1" fill="hold">
                                          <p:stCondLst>
                                            <p:cond delay="0"/>
                                          </p:stCondLst>
                                        </p:cTn>
                                        <p:tgtEl>
                                          <p:spTgt spid="16"/>
                                        </p:tgtEl>
                                        <p:attrNameLst>
                                          <p:attrName>style.visibility</p:attrName>
                                        </p:attrNameLst>
                                      </p:cBhvr>
                                      <p:to>
                                        <p:strVal val="visible"/>
                                      </p:to>
                                    </p:set>
                                    <p:anim calcmode="lin" valueType="num">
                                      <p:cBhvr>
                                        <p:cTn id="57" dur="700" fill="hold"/>
                                        <p:tgtEl>
                                          <p:spTgt spid="16"/>
                                        </p:tgtEl>
                                        <p:attrNameLst>
                                          <p:attrName>ppt_y</p:attrName>
                                        </p:attrNameLst>
                                      </p:cBhvr>
                                      <p:tavLst>
                                        <p:tav tm="0">
                                          <p:val>
                                            <p:strVal val="#ppt_y+.026"/>
                                          </p:val>
                                        </p:tav>
                                        <p:tav tm="100000">
                                          <p:val>
                                            <p:strVal val="#ppt_y"/>
                                          </p:val>
                                        </p:tav>
                                      </p:tavLst>
                                    </p:anim>
                                    <p:animEffect transition="in" filter="fade">
                                      <p:cBhvr>
                                        <p:cTn id="58" dur="700"/>
                                        <p:tgtEl>
                                          <p:spTgt spid="16"/>
                                        </p:tgtEl>
                                      </p:cBhvr>
                                    </p:animEffect>
                                  </p:childTnLst>
                                </p:cTn>
                              </p:par>
                              <p:par>
                                <p:cTn id="59" presetID="53" presetClass="entr" presetSubtype="16" fill="hold" nodeType="withEffect">
                                  <p:stCondLst>
                                    <p:cond delay="1800"/>
                                  </p:stCondLst>
                                  <p:childTnLst>
                                    <p:set>
                                      <p:cBhvr>
                                        <p:cTn id="60" dur="1" fill="hold">
                                          <p:stCondLst>
                                            <p:cond delay="0"/>
                                          </p:stCondLst>
                                        </p:cTn>
                                        <p:tgtEl>
                                          <p:spTgt spid="5"/>
                                        </p:tgtEl>
                                        <p:attrNameLst>
                                          <p:attrName>style.visibility</p:attrName>
                                        </p:attrNameLst>
                                      </p:cBhvr>
                                      <p:to>
                                        <p:strVal val="visible"/>
                                      </p:to>
                                    </p:set>
                                    <p:anim calcmode="lin" valueType="num">
                                      <p:cBhvr>
                                        <p:cTn id="61" dur="500" fill="hold"/>
                                        <p:tgtEl>
                                          <p:spTgt spid="5"/>
                                        </p:tgtEl>
                                        <p:attrNameLst>
                                          <p:attrName>ppt_w</p:attrName>
                                        </p:attrNameLst>
                                      </p:cBhvr>
                                      <p:tavLst>
                                        <p:tav tm="0">
                                          <p:val>
                                            <p:strVal val="#ppt_w*1.2"/>
                                          </p:val>
                                        </p:tav>
                                        <p:tav tm="100000">
                                          <p:val>
                                            <p:strVal val="#ppt_w"/>
                                          </p:val>
                                        </p:tav>
                                      </p:tavLst>
                                    </p:anim>
                                    <p:anim calcmode="lin" valueType="num">
                                      <p:cBhvr>
                                        <p:cTn id="62" dur="500" fill="hold"/>
                                        <p:tgtEl>
                                          <p:spTgt spid="5"/>
                                        </p:tgtEl>
                                        <p:attrNameLst>
                                          <p:attrName>ppt_h</p:attrName>
                                        </p:attrNameLst>
                                      </p:cBhvr>
                                      <p:tavLst>
                                        <p:tav tm="0">
                                          <p:val>
                                            <p:strVal val="#ppt_h*1.2"/>
                                          </p:val>
                                        </p:tav>
                                        <p:tav tm="100000">
                                          <p:val>
                                            <p:strVal val="#ppt_h"/>
                                          </p:val>
                                        </p:tav>
                                      </p:tavLst>
                                    </p:anim>
                                    <p:animEffect transition="in" filter="fade">
                                      <p:cBhvr>
                                        <p:cTn id="63"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Nền" descr="bg_16.jpg"/>
          <p:cNvPicPr>
            <a:picLocks noChangeAspect="1"/>
          </p:cNvPicPr>
          <p:nvPr/>
        </p:nvPicPr>
        <p:blipFill>
          <a:blip r:embed="rId3"/>
          <a:stretch>
            <a:fillRect/>
          </a:stretch>
        </p:blipFill>
        <p:spPr>
          <a:xfrm>
            <a:off x="0" y="0"/>
            <a:ext cx="12192000" cy="6858000"/>
          </a:xfrm>
          <a:prstGeom prst="rect">
            <a:avLst/>
          </a:prstGeom>
        </p:spPr>
      </p:pic>
      <p:pic>
        <p:nvPicPr>
          <p:cNvPr id="3" name="Lớp 00 · fade" descr="L_16_00.png"/>
          <p:cNvPicPr>
            <a:picLocks noChangeAspect="1"/>
          </p:cNvPicPr>
          <p:nvPr/>
        </p:nvPicPr>
        <p:blipFill>
          <a:blip r:embed="rId4"/>
          <a:stretch>
            <a:fillRect/>
          </a:stretch>
        </p:blipFill>
        <p:spPr>
          <a:xfrm>
            <a:off x="0" y="0"/>
            <a:ext cx="12192000" cy="1568450"/>
          </a:xfrm>
          <a:prstGeom prst="rect">
            <a:avLst/>
          </a:prstGeom>
        </p:spPr>
      </p:pic>
      <p:pic>
        <p:nvPicPr>
          <p:cNvPr id="4" name="Lớp 01 · float" descr="L_16_01.png"/>
          <p:cNvPicPr>
            <a:picLocks noChangeAspect="1"/>
          </p:cNvPicPr>
          <p:nvPr/>
        </p:nvPicPr>
        <p:blipFill>
          <a:blip r:embed="rId5"/>
          <a:stretch>
            <a:fillRect/>
          </a:stretch>
        </p:blipFill>
        <p:spPr>
          <a:xfrm>
            <a:off x="0" y="31750"/>
            <a:ext cx="11493500" cy="2504281"/>
          </a:xfrm>
          <a:prstGeom prst="rect">
            <a:avLst/>
          </a:prstGeom>
        </p:spPr>
      </p:pic>
      <p:pic>
        <p:nvPicPr>
          <p:cNvPr id="5" name="Lớp 02 · float" descr="L_16_02.png"/>
          <p:cNvPicPr>
            <a:picLocks noChangeAspect="1"/>
          </p:cNvPicPr>
          <p:nvPr/>
        </p:nvPicPr>
        <p:blipFill>
          <a:blip r:embed="rId6"/>
          <a:stretch>
            <a:fillRect/>
          </a:stretch>
        </p:blipFill>
        <p:spPr>
          <a:xfrm>
            <a:off x="0" y="1312565"/>
            <a:ext cx="5033466" cy="3537545"/>
          </a:xfrm>
          <a:prstGeom prst="rect">
            <a:avLst/>
          </a:prstGeom>
        </p:spPr>
      </p:pic>
      <p:pic>
        <p:nvPicPr>
          <p:cNvPr id="6" name="Lớp 03 · float" descr="L_16_03.png"/>
          <p:cNvPicPr>
            <a:picLocks noChangeAspect="1"/>
          </p:cNvPicPr>
          <p:nvPr/>
        </p:nvPicPr>
        <p:blipFill>
          <a:blip r:embed="rId7"/>
          <a:stretch>
            <a:fillRect/>
          </a:stretch>
        </p:blipFill>
        <p:spPr>
          <a:xfrm>
            <a:off x="3547566" y="1312565"/>
            <a:ext cx="5096966" cy="3537545"/>
          </a:xfrm>
          <a:prstGeom prst="rect">
            <a:avLst/>
          </a:prstGeom>
        </p:spPr>
      </p:pic>
      <p:pic>
        <p:nvPicPr>
          <p:cNvPr id="7" name="Lớp 04 · float" descr="L_16_04.png"/>
          <p:cNvPicPr>
            <a:picLocks noChangeAspect="1"/>
          </p:cNvPicPr>
          <p:nvPr/>
        </p:nvPicPr>
        <p:blipFill>
          <a:blip r:embed="rId8"/>
          <a:stretch>
            <a:fillRect/>
          </a:stretch>
        </p:blipFill>
        <p:spPr>
          <a:xfrm>
            <a:off x="7158633" y="1312565"/>
            <a:ext cx="5033367" cy="3537545"/>
          </a:xfrm>
          <a:prstGeom prst="rect">
            <a:avLst/>
          </a:prstGeom>
        </p:spPr>
      </p:pic>
      <p:pic>
        <p:nvPicPr>
          <p:cNvPr id="8" name="Lớp 05 · float" descr="L_16_05.png"/>
          <p:cNvPicPr>
            <a:picLocks noChangeAspect="1"/>
          </p:cNvPicPr>
          <p:nvPr/>
        </p:nvPicPr>
        <p:blipFill>
          <a:blip r:embed="rId9"/>
          <a:stretch>
            <a:fillRect/>
          </a:stretch>
        </p:blipFill>
        <p:spPr>
          <a:xfrm>
            <a:off x="0" y="3364210"/>
            <a:ext cx="5033466" cy="2774156"/>
          </a:xfrm>
          <a:prstGeom prst="rect">
            <a:avLst/>
          </a:prstGeom>
        </p:spPr>
      </p:pic>
      <p:pic>
        <p:nvPicPr>
          <p:cNvPr id="9" name="Lớp 06 · float" descr="L_16_06.png"/>
          <p:cNvPicPr>
            <a:picLocks noChangeAspect="1"/>
          </p:cNvPicPr>
          <p:nvPr/>
        </p:nvPicPr>
        <p:blipFill>
          <a:blip r:embed="rId10"/>
          <a:stretch>
            <a:fillRect/>
          </a:stretch>
        </p:blipFill>
        <p:spPr>
          <a:xfrm>
            <a:off x="3547566" y="3364210"/>
            <a:ext cx="5096966" cy="2774156"/>
          </a:xfrm>
          <a:prstGeom prst="rect">
            <a:avLst/>
          </a:prstGeom>
        </p:spPr>
      </p:pic>
      <p:pic>
        <p:nvPicPr>
          <p:cNvPr id="10" name="Lớp 07 · float" descr="L_16_07.png"/>
          <p:cNvPicPr>
            <a:picLocks noChangeAspect="1"/>
          </p:cNvPicPr>
          <p:nvPr/>
        </p:nvPicPr>
        <p:blipFill>
          <a:blip r:embed="rId11"/>
          <a:stretch>
            <a:fillRect/>
          </a:stretch>
        </p:blipFill>
        <p:spPr>
          <a:xfrm>
            <a:off x="7158633" y="3364210"/>
            <a:ext cx="5033367" cy="2774156"/>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5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42" presetClass="entr" presetSubtype="0" fill="hold" nodeType="withEffect">
                                  <p:stCondLst>
                                    <p:cond delay="120"/>
                                  </p:stCondLst>
                                  <p:childTnLst>
                                    <p:set>
                                      <p:cBhvr>
                                        <p:cTn id="9" dur="1" fill="hold">
                                          <p:stCondLst>
                                            <p:cond delay="0"/>
                                          </p:stCondLst>
                                        </p:cTn>
                                        <p:tgtEl>
                                          <p:spTgt spid="4"/>
                                        </p:tgtEl>
                                        <p:attrNameLst>
                                          <p:attrName>style.visibility</p:attrName>
                                        </p:attrNameLst>
                                      </p:cBhvr>
                                      <p:to>
                                        <p:strVal val="visible"/>
                                      </p:to>
                                    </p:set>
                                    <p:anim calcmode="lin" valueType="num">
                                      <p:cBhvr>
                                        <p:cTn id="10" dur="600" fill="hold"/>
                                        <p:tgtEl>
                                          <p:spTgt spid="4"/>
                                        </p:tgtEl>
                                        <p:attrNameLst>
                                          <p:attrName>ppt_y</p:attrName>
                                        </p:attrNameLst>
                                      </p:cBhvr>
                                      <p:tavLst>
                                        <p:tav tm="0">
                                          <p:val>
                                            <p:strVal val="#ppt_y+.026"/>
                                          </p:val>
                                        </p:tav>
                                        <p:tav tm="100000">
                                          <p:val>
                                            <p:strVal val="#ppt_y"/>
                                          </p:val>
                                        </p:tav>
                                      </p:tavLst>
                                    </p:anim>
                                    <p:animEffect transition="in" filter="fade">
                                      <p:cBhvr>
                                        <p:cTn id="11" dur="600"/>
                                        <p:tgtEl>
                                          <p:spTgt spid="4"/>
                                        </p:tgtEl>
                                      </p:cBhvr>
                                    </p:animEffect>
                                  </p:childTnLst>
                                </p:cTn>
                              </p:par>
                              <p:par>
                                <p:cTn id="12" presetID="42" presetClass="entr" presetSubtype="0" fill="hold" nodeType="withEffect">
                                  <p:stCondLst>
                                    <p:cond delay="300"/>
                                  </p:stCondLst>
                                  <p:childTnLst>
                                    <p:set>
                                      <p:cBhvr>
                                        <p:cTn id="13" dur="1" fill="hold">
                                          <p:stCondLst>
                                            <p:cond delay="0"/>
                                          </p:stCondLst>
                                        </p:cTn>
                                        <p:tgtEl>
                                          <p:spTgt spid="5"/>
                                        </p:tgtEl>
                                        <p:attrNameLst>
                                          <p:attrName>style.visibility</p:attrName>
                                        </p:attrNameLst>
                                      </p:cBhvr>
                                      <p:to>
                                        <p:strVal val="visible"/>
                                      </p:to>
                                    </p:set>
                                    <p:anim calcmode="lin" valueType="num">
                                      <p:cBhvr>
                                        <p:cTn id="14" dur="600" fill="hold"/>
                                        <p:tgtEl>
                                          <p:spTgt spid="5"/>
                                        </p:tgtEl>
                                        <p:attrNameLst>
                                          <p:attrName>ppt_y</p:attrName>
                                        </p:attrNameLst>
                                      </p:cBhvr>
                                      <p:tavLst>
                                        <p:tav tm="0">
                                          <p:val>
                                            <p:strVal val="#ppt_y+.026"/>
                                          </p:val>
                                        </p:tav>
                                        <p:tav tm="100000">
                                          <p:val>
                                            <p:strVal val="#ppt_y"/>
                                          </p:val>
                                        </p:tav>
                                      </p:tavLst>
                                    </p:anim>
                                    <p:animEffect transition="in" filter="fade">
                                      <p:cBhvr>
                                        <p:cTn id="15" dur="600"/>
                                        <p:tgtEl>
                                          <p:spTgt spid="5"/>
                                        </p:tgtEl>
                                      </p:cBhvr>
                                    </p:animEffect>
                                  </p:childTnLst>
                                </p:cTn>
                              </p:par>
                              <p:par>
                                <p:cTn id="16" presetID="42" presetClass="entr" presetSubtype="0" fill="hold" nodeType="withEffect">
                                  <p:stCondLst>
                                    <p:cond delay="390"/>
                                  </p:stCondLst>
                                  <p:childTnLst>
                                    <p:set>
                                      <p:cBhvr>
                                        <p:cTn id="17" dur="1" fill="hold">
                                          <p:stCondLst>
                                            <p:cond delay="0"/>
                                          </p:stCondLst>
                                        </p:cTn>
                                        <p:tgtEl>
                                          <p:spTgt spid="6"/>
                                        </p:tgtEl>
                                        <p:attrNameLst>
                                          <p:attrName>style.visibility</p:attrName>
                                        </p:attrNameLst>
                                      </p:cBhvr>
                                      <p:to>
                                        <p:strVal val="visible"/>
                                      </p:to>
                                    </p:set>
                                    <p:anim calcmode="lin" valueType="num">
                                      <p:cBhvr>
                                        <p:cTn id="18" dur="600" fill="hold"/>
                                        <p:tgtEl>
                                          <p:spTgt spid="6"/>
                                        </p:tgtEl>
                                        <p:attrNameLst>
                                          <p:attrName>ppt_y</p:attrName>
                                        </p:attrNameLst>
                                      </p:cBhvr>
                                      <p:tavLst>
                                        <p:tav tm="0">
                                          <p:val>
                                            <p:strVal val="#ppt_y+.026"/>
                                          </p:val>
                                        </p:tav>
                                        <p:tav tm="100000">
                                          <p:val>
                                            <p:strVal val="#ppt_y"/>
                                          </p:val>
                                        </p:tav>
                                      </p:tavLst>
                                    </p:anim>
                                    <p:animEffect transition="in" filter="fade">
                                      <p:cBhvr>
                                        <p:cTn id="19" dur="600"/>
                                        <p:tgtEl>
                                          <p:spTgt spid="6"/>
                                        </p:tgtEl>
                                      </p:cBhvr>
                                    </p:animEffect>
                                  </p:childTnLst>
                                </p:cTn>
                              </p:par>
                              <p:par>
                                <p:cTn id="20" presetID="42" presetClass="entr" presetSubtype="0" fill="hold" nodeType="withEffect">
                                  <p:stCondLst>
                                    <p:cond delay="480"/>
                                  </p:stCondLst>
                                  <p:childTnLst>
                                    <p:set>
                                      <p:cBhvr>
                                        <p:cTn id="21" dur="1" fill="hold">
                                          <p:stCondLst>
                                            <p:cond delay="0"/>
                                          </p:stCondLst>
                                        </p:cTn>
                                        <p:tgtEl>
                                          <p:spTgt spid="7"/>
                                        </p:tgtEl>
                                        <p:attrNameLst>
                                          <p:attrName>style.visibility</p:attrName>
                                        </p:attrNameLst>
                                      </p:cBhvr>
                                      <p:to>
                                        <p:strVal val="visible"/>
                                      </p:to>
                                    </p:set>
                                    <p:anim calcmode="lin" valueType="num">
                                      <p:cBhvr>
                                        <p:cTn id="22" dur="600" fill="hold"/>
                                        <p:tgtEl>
                                          <p:spTgt spid="7"/>
                                        </p:tgtEl>
                                        <p:attrNameLst>
                                          <p:attrName>ppt_y</p:attrName>
                                        </p:attrNameLst>
                                      </p:cBhvr>
                                      <p:tavLst>
                                        <p:tav tm="0">
                                          <p:val>
                                            <p:strVal val="#ppt_y+.026"/>
                                          </p:val>
                                        </p:tav>
                                        <p:tav tm="100000">
                                          <p:val>
                                            <p:strVal val="#ppt_y"/>
                                          </p:val>
                                        </p:tav>
                                      </p:tavLst>
                                    </p:anim>
                                    <p:animEffect transition="in" filter="fade">
                                      <p:cBhvr>
                                        <p:cTn id="23" dur="600"/>
                                        <p:tgtEl>
                                          <p:spTgt spid="7"/>
                                        </p:tgtEl>
                                      </p:cBhvr>
                                    </p:animEffect>
                                  </p:childTnLst>
                                </p:cTn>
                              </p:par>
                              <p:par>
                                <p:cTn id="24" presetID="42" presetClass="entr" presetSubtype="0" fill="hold" nodeType="withEffect">
                                  <p:stCondLst>
                                    <p:cond delay="570"/>
                                  </p:stCondLst>
                                  <p:childTnLst>
                                    <p:set>
                                      <p:cBhvr>
                                        <p:cTn id="25" dur="1" fill="hold">
                                          <p:stCondLst>
                                            <p:cond delay="0"/>
                                          </p:stCondLst>
                                        </p:cTn>
                                        <p:tgtEl>
                                          <p:spTgt spid="8"/>
                                        </p:tgtEl>
                                        <p:attrNameLst>
                                          <p:attrName>style.visibility</p:attrName>
                                        </p:attrNameLst>
                                      </p:cBhvr>
                                      <p:to>
                                        <p:strVal val="visible"/>
                                      </p:to>
                                    </p:set>
                                    <p:anim calcmode="lin" valueType="num">
                                      <p:cBhvr>
                                        <p:cTn id="26" dur="600" fill="hold"/>
                                        <p:tgtEl>
                                          <p:spTgt spid="8"/>
                                        </p:tgtEl>
                                        <p:attrNameLst>
                                          <p:attrName>ppt_y</p:attrName>
                                        </p:attrNameLst>
                                      </p:cBhvr>
                                      <p:tavLst>
                                        <p:tav tm="0">
                                          <p:val>
                                            <p:strVal val="#ppt_y+.026"/>
                                          </p:val>
                                        </p:tav>
                                        <p:tav tm="100000">
                                          <p:val>
                                            <p:strVal val="#ppt_y"/>
                                          </p:val>
                                        </p:tav>
                                      </p:tavLst>
                                    </p:anim>
                                    <p:animEffect transition="in" filter="fade">
                                      <p:cBhvr>
                                        <p:cTn id="27" dur="600"/>
                                        <p:tgtEl>
                                          <p:spTgt spid="8"/>
                                        </p:tgtEl>
                                      </p:cBhvr>
                                    </p:animEffect>
                                  </p:childTnLst>
                                </p:cTn>
                              </p:par>
                              <p:par>
                                <p:cTn id="28" presetID="42" presetClass="entr" presetSubtype="0" fill="hold" nodeType="withEffect">
                                  <p:stCondLst>
                                    <p:cond delay="659"/>
                                  </p:stCondLst>
                                  <p:childTnLst>
                                    <p:set>
                                      <p:cBhvr>
                                        <p:cTn id="29" dur="1" fill="hold">
                                          <p:stCondLst>
                                            <p:cond delay="0"/>
                                          </p:stCondLst>
                                        </p:cTn>
                                        <p:tgtEl>
                                          <p:spTgt spid="9"/>
                                        </p:tgtEl>
                                        <p:attrNameLst>
                                          <p:attrName>style.visibility</p:attrName>
                                        </p:attrNameLst>
                                      </p:cBhvr>
                                      <p:to>
                                        <p:strVal val="visible"/>
                                      </p:to>
                                    </p:set>
                                    <p:anim calcmode="lin" valueType="num">
                                      <p:cBhvr>
                                        <p:cTn id="30" dur="600" fill="hold"/>
                                        <p:tgtEl>
                                          <p:spTgt spid="9"/>
                                        </p:tgtEl>
                                        <p:attrNameLst>
                                          <p:attrName>ppt_y</p:attrName>
                                        </p:attrNameLst>
                                      </p:cBhvr>
                                      <p:tavLst>
                                        <p:tav tm="0">
                                          <p:val>
                                            <p:strVal val="#ppt_y+.026"/>
                                          </p:val>
                                        </p:tav>
                                        <p:tav tm="100000">
                                          <p:val>
                                            <p:strVal val="#ppt_y"/>
                                          </p:val>
                                        </p:tav>
                                      </p:tavLst>
                                    </p:anim>
                                    <p:animEffect transition="in" filter="fade">
                                      <p:cBhvr>
                                        <p:cTn id="31" dur="600"/>
                                        <p:tgtEl>
                                          <p:spTgt spid="9"/>
                                        </p:tgtEl>
                                      </p:cBhvr>
                                    </p:animEffect>
                                  </p:childTnLst>
                                </p:cTn>
                              </p:par>
                              <p:par>
                                <p:cTn id="32" presetID="42" presetClass="entr" presetSubtype="0" fill="hold" nodeType="withEffect">
                                  <p:stCondLst>
                                    <p:cond delay="750"/>
                                  </p:stCondLst>
                                  <p:childTnLst>
                                    <p:set>
                                      <p:cBhvr>
                                        <p:cTn id="33" dur="1" fill="hold">
                                          <p:stCondLst>
                                            <p:cond delay="0"/>
                                          </p:stCondLst>
                                        </p:cTn>
                                        <p:tgtEl>
                                          <p:spTgt spid="10"/>
                                        </p:tgtEl>
                                        <p:attrNameLst>
                                          <p:attrName>style.visibility</p:attrName>
                                        </p:attrNameLst>
                                      </p:cBhvr>
                                      <p:to>
                                        <p:strVal val="visible"/>
                                      </p:to>
                                    </p:set>
                                    <p:anim calcmode="lin" valueType="num">
                                      <p:cBhvr>
                                        <p:cTn id="34" dur="600" fill="hold"/>
                                        <p:tgtEl>
                                          <p:spTgt spid="10"/>
                                        </p:tgtEl>
                                        <p:attrNameLst>
                                          <p:attrName>ppt_y</p:attrName>
                                        </p:attrNameLst>
                                      </p:cBhvr>
                                      <p:tavLst>
                                        <p:tav tm="0">
                                          <p:val>
                                            <p:strVal val="#ppt_y+.026"/>
                                          </p:val>
                                        </p:tav>
                                        <p:tav tm="100000">
                                          <p:val>
                                            <p:strVal val="#ppt_y"/>
                                          </p:val>
                                        </p:tav>
                                      </p:tavLst>
                                    </p:anim>
                                    <p:animEffect transition="in" filter="fade">
                                      <p:cBhvr>
                                        <p:cTn id="35" dur="6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Nền" descr="bg_17.jpg"/>
          <p:cNvPicPr>
            <a:picLocks noChangeAspect="1"/>
          </p:cNvPicPr>
          <p:nvPr/>
        </p:nvPicPr>
        <p:blipFill>
          <a:blip r:embed="rId3"/>
          <a:stretch>
            <a:fillRect/>
          </a:stretch>
        </p:blipFill>
        <p:spPr>
          <a:xfrm>
            <a:off x="0" y="0"/>
            <a:ext cx="12192000" cy="6858000"/>
          </a:xfrm>
          <a:prstGeom prst="rect">
            <a:avLst/>
          </a:prstGeom>
        </p:spPr>
      </p:pic>
      <p:pic>
        <p:nvPicPr>
          <p:cNvPr id="3" name="Lớp 00 · fade" descr="L_17_00.png"/>
          <p:cNvPicPr>
            <a:picLocks noChangeAspect="1"/>
          </p:cNvPicPr>
          <p:nvPr/>
        </p:nvPicPr>
        <p:blipFill>
          <a:blip r:embed="rId4"/>
          <a:stretch>
            <a:fillRect/>
          </a:stretch>
        </p:blipFill>
        <p:spPr>
          <a:xfrm>
            <a:off x="0" y="0"/>
            <a:ext cx="12192000" cy="1568450"/>
          </a:xfrm>
          <a:prstGeom prst="rect">
            <a:avLst/>
          </a:prstGeom>
        </p:spPr>
      </p:pic>
      <p:pic>
        <p:nvPicPr>
          <p:cNvPr id="4" name="Lớp 01 · float" descr="L_17_01.png"/>
          <p:cNvPicPr>
            <a:picLocks noChangeAspect="1"/>
          </p:cNvPicPr>
          <p:nvPr/>
        </p:nvPicPr>
        <p:blipFill>
          <a:blip r:embed="rId5"/>
          <a:stretch>
            <a:fillRect/>
          </a:stretch>
        </p:blipFill>
        <p:spPr>
          <a:xfrm>
            <a:off x="0" y="31750"/>
            <a:ext cx="11493500" cy="2077641"/>
          </a:xfrm>
          <a:prstGeom prst="rect">
            <a:avLst/>
          </a:prstGeom>
        </p:spPr>
      </p:pic>
      <p:pic>
        <p:nvPicPr>
          <p:cNvPr id="5" name="Lớp 02 · fade" descr="L_17_02.png"/>
          <p:cNvPicPr>
            <a:picLocks noChangeAspect="1"/>
          </p:cNvPicPr>
          <p:nvPr/>
        </p:nvPicPr>
        <p:blipFill>
          <a:blip r:embed="rId6"/>
          <a:stretch>
            <a:fillRect/>
          </a:stretch>
        </p:blipFill>
        <p:spPr>
          <a:xfrm>
            <a:off x="254000" y="959445"/>
            <a:ext cx="6858000" cy="5080000"/>
          </a:xfrm>
          <a:prstGeom prst="rect">
            <a:avLst/>
          </a:prstGeom>
        </p:spPr>
      </p:pic>
      <p:pic>
        <p:nvPicPr>
          <p:cNvPr id="6" name="Lớp 03 · zoom:0.4" descr="L_17_03.png"/>
          <p:cNvPicPr>
            <a:picLocks noChangeAspect="1"/>
          </p:cNvPicPr>
          <p:nvPr/>
        </p:nvPicPr>
        <p:blipFill>
          <a:blip r:embed="rId7"/>
          <a:stretch>
            <a:fillRect/>
          </a:stretch>
        </p:blipFill>
        <p:spPr>
          <a:xfrm>
            <a:off x="1246287" y="1006376"/>
            <a:ext cx="2921000" cy="2921000"/>
          </a:xfrm>
          <a:prstGeom prst="rect">
            <a:avLst/>
          </a:prstGeom>
        </p:spPr>
      </p:pic>
      <p:pic>
        <p:nvPicPr>
          <p:cNvPr id="7" name="Lớp 04 · zoom:0.6" descr="L_17_04.png"/>
          <p:cNvPicPr>
            <a:picLocks noChangeAspect="1"/>
          </p:cNvPicPr>
          <p:nvPr/>
        </p:nvPicPr>
        <p:blipFill>
          <a:blip r:embed="rId8"/>
          <a:stretch>
            <a:fillRect/>
          </a:stretch>
        </p:blipFill>
        <p:spPr>
          <a:xfrm>
            <a:off x="688082" y="3619202"/>
            <a:ext cx="2838450" cy="1930400"/>
          </a:xfrm>
          <a:prstGeom prst="rect">
            <a:avLst/>
          </a:prstGeom>
        </p:spPr>
      </p:pic>
      <p:pic>
        <p:nvPicPr>
          <p:cNvPr id="8" name="Lớp 05 · zoom:0.6" descr="L_17_05.png"/>
          <p:cNvPicPr>
            <a:picLocks noChangeAspect="1"/>
          </p:cNvPicPr>
          <p:nvPr/>
        </p:nvPicPr>
        <p:blipFill>
          <a:blip r:embed="rId9"/>
          <a:stretch>
            <a:fillRect/>
          </a:stretch>
        </p:blipFill>
        <p:spPr>
          <a:xfrm>
            <a:off x="688082" y="3005336"/>
            <a:ext cx="3136900" cy="1930400"/>
          </a:xfrm>
          <a:prstGeom prst="rect">
            <a:avLst/>
          </a:prstGeom>
        </p:spPr>
      </p:pic>
      <p:pic>
        <p:nvPicPr>
          <p:cNvPr id="9" name="Lớp 06 · zoom:0.6" descr="L_17_06.png"/>
          <p:cNvPicPr>
            <a:picLocks noChangeAspect="1"/>
          </p:cNvPicPr>
          <p:nvPr/>
        </p:nvPicPr>
        <p:blipFill>
          <a:blip r:embed="rId10"/>
          <a:stretch>
            <a:fillRect/>
          </a:stretch>
        </p:blipFill>
        <p:spPr>
          <a:xfrm>
            <a:off x="3178274" y="1709539"/>
            <a:ext cx="2844800" cy="1930400"/>
          </a:xfrm>
          <a:prstGeom prst="rect">
            <a:avLst/>
          </a:prstGeom>
        </p:spPr>
      </p:pic>
      <p:pic>
        <p:nvPicPr>
          <p:cNvPr id="10" name="Lớp 07 · zoom:0.6" descr="L_17_07.png"/>
          <p:cNvPicPr>
            <a:picLocks noChangeAspect="1"/>
          </p:cNvPicPr>
          <p:nvPr/>
        </p:nvPicPr>
        <p:blipFill>
          <a:blip r:embed="rId11"/>
          <a:stretch>
            <a:fillRect/>
          </a:stretch>
        </p:blipFill>
        <p:spPr>
          <a:xfrm>
            <a:off x="4423370" y="1504950"/>
            <a:ext cx="2463800" cy="1930400"/>
          </a:xfrm>
          <a:prstGeom prst="rect">
            <a:avLst/>
          </a:prstGeom>
        </p:spPr>
      </p:pic>
      <p:pic>
        <p:nvPicPr>
          <p:cNvPr id="11" name="Lớp 08 · zoom:0.6" descr="L_17_08.png"/>
          <p:cNvPicPr>
            <a:picLocks noChangeAspect="1"/>
          </p:cNvPicPr>
          <p:nvPr/>
        </p:nvPicPr>
        <p:blipFill>
          <a:blip r:embed="rId12"/>
          <a:stretch>
            <a:fillRect/>
          </a:stretch>
        </p:blipFill>
        <p:spPr>
          <a:xfrm>
            <a:off x="5045869" y="1982391"/>
            <a:ext cx="2355850" cy="1930400"/>
          </a:xfrm>
          <a:prstGeom prst="rect">
            <a:avLst/>
          </a:prstGeom>
        </p:spPr>
      </p:pic>
      <p:pic>
        <p:nvPicPr>
          <p:cNvPr id="12" name="Lớp 09 · float" descr="L_17_09.png"/>
          <p:cNvPicPr>
            <a:picLocks noChangeAspect="1"/>
          </p:cNvPicPr>
          <p:nvPr/>
        </p:nvPicPr>
        <p:blipFill>
          <a:blip r:embed="rId13"/>
          <a:stretch>
            <a:fillRect/>
          </a:stretch>
        </p:blipFill>
        <p:spPr>
          <a:xfrm>
            <a:off x="5740400" y="1211858"/>
            <a:ext cx="6451600" cy="2549525"/>
          </a:xfrm>
          <a:prstGeom prst="rect">
            <a:avLst/>
          </a:prstGeom>
        </p:spPr>
      </p:pic>
      <p:pic>
        <p:nvPicPr>
          <p:cNvPr id="13" name="Lớp 10 · float" descr="L_17_10.png"/>
          <p:cNvPicPr>
            <a:picLocks noChangeAspect="1"/>
          </p:cNvPicPr>
          <p:nvPr/>
        </p:nvPicPr>
        <p:blipFill>
          <a:blip r:embed="rId14"/>
          <a:stretch>
            <a:fillRect/>
          </a:stretch>
        </p:blipFill>
        <p:spPr>
          <a:xfrm>
            <a:off x="5740400" y="2224683"/>
            <a:ext cx="6451600" cy="2740025"/>
          </a:xfrm>
          <a:prstGeom prst="rect">
            <a:avLst/>
          </a:prstGeom>
        </p:spPr>
      </p:pic>
      <p:pic>
        <p:nvPicPr>
          <p:cNvPr id="14" name="Lớp 11 · float" descr="L_17_11.png"/>
          <p:cNvPicPr>
            <a:picLocks noChangeAspect="1"/>
          </p:cNvPicPr>
          <p:nvPr/>
        </p:nvPicPr>
        <p:blipFill>
          <a:blip r:embed="rId15"/>
          <a:stretch>
            <a:fillRect/>
          </a:stretch>
        </p:blipFill>
        <p:spPr>
          <a:xfrm>
            <a:off x="5740400" y="3428008"/>
            <a:ext cx="6451600" cy="274002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5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42" presetClass="entr" presetSubtype="0" fill="hold" nodeType="withEffect">
                                  <p:stCondLst>
                                    <p:cond delay="120"/>
                                  </p:stCondLst>
                                  <p:childTnLst>
                                    <p:set>
                                      <p:cBhvr>
                                        <p:cTn id="9" dur="1" fill="hold">
                                          <p:stCondLst>
                                            <p:cond delay="0"/>
                                          </p:stCondLst>
                                        </p:cTn>
                                        <p:tgtEl>
                                          <p:spTgt spid="4"/>
                                        </p:tgtEl>
                                        <p:attrNameLst>
                                          <p:attrName>style.visibility</p:attrName>
                                        </p:attrNameLst>
                                      </p:cBhvr>
                                      <p:to>
                                        <p:strVal val="visible"/>
                                      </p:to>
                                    </p:set>
                                    <p:anim calcmode="lin" valueType="num">
                                      <p:cBhvr>
                                        <p:cTn id="10" dur="600" fill="hold"/>
                                        <p:tgtEl>
                                          <p:spTgt spid="4"/>
                                        </p:tgtEl>
                                        <p:attrNameLst>
                                          <p:attrName>ppt_y</p:attrName>
                                        </p:attrNameLst>
                                      </p:cBhvr>
                                      <p:tavLst>
                                        <p:tav tm="0">
                                          <p:val>
                                            <p:strVal val="#ppt_y+.026"/>
                                          </p:val>
                                        </p:tav>
                                        <p:tav tm="100000">
                                          <p:val>
                                            <p:strVal val="#ppt_y"/>
                                          </p:val>
                                        </p:tav>
                                      </p:tavLst>
                                    </p:anim>
                                    <p:animEffect transition="in" filter="fade">
                                      <p:cBhvr>
                                        <p:cTn id="11" dur="600"/>
                                        <p:tgtEl>
                                          <p:spTgt spid="4"/>
                                        </p:tgtEl>
                                      </p:cBhvr>
                                    </p:animEffect>
                                  </p:childTnLst>
                                </p:cTn>
                              </p:par>
                              <p:par>
                                <p:cTn id="12" presetID="10" presetClass="entr" presetSubtype="0" fill="hold" nodeType="withEffect">
                                  <p:stCondLst>
                                    <p:cond delay="15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700"/>
                                        <p:tgtEl>
                                          <p:spTgt spid="5"/>
                                        </p:tgtEl>
                                      </p:cBhvr>
                                    </p:animEffect>
                                  </p:childTnLst>
                                </p:cTn>
                              </p:par>
                              <p:par>
                                <p:cTn id="15" presetID="42" presetClass="entr" presetSubtype="0" fill="hold" nodeType="withEffect">
                                  <p:stCondLst>
                                    <p:cond delay="400"/>
                                  </p:stCondLst>
                                  <p:childTnLst>
                                    <p:set>
                                      <p:cBhvr>
                                        <p:cTn id="16" dur="1" fill="hold">
                                          <p:stCondLst>
                                            <p:cond delay="0"/>
                                          </p:stCondLst>
                                        </p:cTn>
                                        <p:tgtEl>
                                          <p:spTgt spid="12"/>
                                        </p:tgtEl>
                                        <p:attrNameLst>
                                          <p:attrName>style.visibility</p:attrName>
                                        </p:attrNameLst>
                                      </p:cBhvr>
                                      <p:to>
                                        <p:strVal val="visible"/>
                                      </p:to>
                                    </p:set>
                                    <p:anim calcmode="lin" valueType="num">
                                      <p:cBhvr>
                                        <p:cTn id="17" dur="700" fill="hold"/>
                                        <p:tgtEl>
                                          <p:spTgt spid="12"/>
                                        </p:tgtEl>
                                        <p:attrNameLst>
                                          <p:attrName>ppt_y</p:attrName>
                                        </p:attrNameLst>
                                      </p:cBhvr>
                                      <p:tavLst>
                                        <p:tav tm="0">
                                          <p:val>
                                            <p:strVal val="#ppt_y+.026"/>
                                          </p:val>
                                        </p:tav>
                                        <p:tav tm="100000">
                                          <p:val>
                                            <p:strVal val="#ppt_y"/>
                                          </p:val>
                                        </p:tav>
                                      </p:tavLst>
                                    </p:anim>
                                    <p:animEffect transition="in" filter="fade">
                                      <p:cBhvr>
                                        <p:cTn id="18" dur="700"/>
                                        <p:tgtEl>
                                          <p:spTgt spid="12"/>
                                        </p:tgtEl>
                                      </p:cBhvr>
                                    </p:animEffect>
                                  </p:childTnLst>
                                </p:cTn>
                              </p:par>
                              <p:par>
                                <p:cTn id="19" presetID="53" presetClass="entr" presetSubtype="16" fill="hold" nodeType="withEffect">
                                  <p:stCondLst>
                                    <p:cond delay="500"/>
                                  </p:stCondLst>
                                  <p:childTnLst>
                                    <p:set>
                                      <p:cBhvr>
                                        <p:cTn id="20" dur="1" fill="hold">
                                          <p:stCondLst>
                                            <p:cond delay="0"/>
                                          </p:stCondLst>
                                        </p:cTn>
                                        <p:tgtEl>
                                          <p:spTgt spid="7"/>
                                        </p:tgtEl>
                                        <p:attrNameLst>
                                          <p:attrName>style.visibility</p:attrName>
                                        </p:attrNameLst>
                                      </p:cBhvr>
                                      <p:to>
                                        <p:strVal val="visible"/>
                                      </p:to>
                                    </p:set>
                                    <p:anim calcmode="lin" valueType="num">
                                      <p:cBhvr>
                                        <p:cTn id="21" dur="500" fill="hold"/>
                                        <p:tgtEl>
                                          <p:spTgt spid="7"/>
                                        </p:tgtEl>
                                        <p:attrNameLst>
                                          <p:attrName>ppt_w</p:attrName>
                                        </p:attrNameLst>
                                      </p:cBhvr>
                                      <p:tavLst>
                                        <p:tav tm="0">
                                          <p:val>
                                            <p:strVal val="#ppt_w*0.6"/>
                                          </p:val>
                                        </p:tav>
                                        <p:tav tm="100000">
                                          <p:val>
                                            <p:strVal val="#ppt_w"/>
                                          </p:val>
                                        </p:tav>
                                      </p:tavLst>
                                    </p:anim>
                                    <p:anim calcmode="lin" valueType="num">
                                      <p:cBhvr>
                                        <p:cTn id="22" dur="500" fill="hold"/>
                                        <p:tgtEl>
                                          <p:spTgt spid="7"/>
                                        </p:tgtEl>
                                        <p:attrNameLst>
                                          <p:attrName>ppt_h</p:attrName>
                                        </p:attrNameLst>
                                      </p:cBhvr>
                                      <p:tavLst>
                                        <p:tav tm="0">
                                          <p:val>
                                            <p:strVal val="#ppt_h*0.6"/>
                                          </p:val>
                                        </p:tav>
                                        <p:tav tm="100000">
                                          <p:val>
                                            <p:strVal val="#ppt_h"/>
                                          </p:val>
                                        </p:tav>
                                      </p:tavLst>
                                    </p:anim>
                                    <p:animEffect transition="in" filter="fade">
                                      <p:cBhvr>
                                        <p:cTn id="23" dur="500"/>
                                        <p:tgtEl>
                                          <p:spTgt spid="7"/>
                                        </p:tgtEl>
                                      </p:cBhvr>
                                    </p:animEffect>
                                  </p:childTnLst>
                                </p:cTn>
                              </p:par>
                              <p:par>
                                <p:cTn id="24" presetID="53" presetClass="entr" presetSubtype="16" fill="hold" nodeType="withEffect">
                                  <p:stCondLst>
                                    <p:cond delay="500"/>
                                  </p:stCondLst>
                                  <p:childTnLst>
                                    <p:set>
                                      <p:cBhvr>
                                        <p:cTn id="25" dur="1" fill="hold">
                                          <p:stCondLst>
                                            <p:cond delay="0"/>
                                          </p:stCondLst>
                                        </p:cTn>
                                        <p:tgtEl>
                                          <p:spTgt spid="8"/>
                                        </p:tgtEl>
                                        <p:attrNameLst>
                                          <p:attrName>style.visibility</p:attrName>
                                        </p:attrNameLst>
                                      </p:cBhvr>
                                      <p:to>
                                        <p:strVal val="visible"/>
                                      </p:to>
                                    </p:set>
                                    <p:anim calcmode="lin" valueType="num">
                                      <p:cBhvr>
                                        <p:cTn id="26" dur="500" fill="hold"/>
                                        <p:tgtEl>
                                          <p:spTgt spid="8"/>
                                        </p:tgtEl>
                                        <p:attrNameLst>
                                          <p:attrName>ppt_w</p:attrName>
                                        </p:attrNameLst>
                                      </p:cBhvr>
                                      <p:tavLst>
                                        <p:tav tm="0">
                                          <p:val>
                                            <p:strVal val="#ppt_w*0.6"/>
                                          </p:val>
                                        </p:tav>
                                        <p:tav tm="100000">
                                          <p:val>
                                            <p:strVal val="#ppt_w"/>
                                          </p:val>
                                        </p:tav>
                                      </p:tavLst>
                                    </p:anim>
                                    <p:anim calcmode="lin" valueType="num">
                                      <p:cBhvr>
                                        <p:cTn id="27" dur="500" fill="hold"/>
                                        <p:tgtEl>
                                          <p:spTgt spid="8"/>
                                        </p:tgtEl>
                                        <p:attrNameLst>
                                          <p:attrName>ppt_h</p:attrName>
                                        </p:attrNameLst>
                                      </p:cBhvr>
                                      <p:tavLst>
                                        <p:tav tm="0">
                                          <p:val>
                                            <p:strVal val="#ppt_h*0.6"/>
                                          </p:val>
                                        </p:tav>
                                        <p:tav tm="100000">
                                          <p:val>
                                            <p:strVal val="#ppt_h"/>
                                          </p:val>
                                        </p:tav>
                                      </p:tavLst>
                                    </p:anim>
                                    <p:animEffect transition="in" filter="fade">
                                      <p:cBhvr>
                                        <p:cTn id="28" dur="500"/>
                                        <p:tgtEl>
                                          <p:spTgt spid="8"/>
                                        </p:tgtEl>
                                      </p:cBhvr>
                                    </p:animEffect>
                                  </p:childTnLst>
                                </p:cTn>
                              </p:par>
                              <p:par>
                                <p:cTn id="29" presetID="53" presetClass="entr" presetSubtype="16" fill="hold" nodeType="withEffect">
                                  <p:stCondLst>
                                    <p:cond delay="500"/>
                                  </p:stCondLst>
                                  <p:childTnLst>
                                    <p:set>
                                      <p:cBhvr>
                                        <p:cTn id="30" dur="1" fill="hold">
                                          <p:stCondLst>
                                            <p:cond delay="0"/>
                                          </p:stCondLst>
                                        </p:cTn>
                                        <p:tgtEl>
                                          <p:spTgt spid="9"/>
                                        </p:tgtEl>
                                        <p:attrNameLst>
                                          <p:attrName>style.visibility</p:attrName>
                                        </p:attrNameLst>
                                      </p:cBhvr>
                                      <p:to>
                                        <p:strVal val="visible"/>
                                      </p:to>
                                    </p:set>
                                    <p:anim calcmode="lin" valueType="num">
                                      <p:cBhvr>
                                        <p:cTn id="31" dur="500" fill="hold"/>
                                        <p:tgtEl>
                                          <p:spTgt spid="9"/>
                                        </p:tgtEl>
                                        <p:attrNameLst>
                                          <p:attrName>ppt_w</p:attrName>
                                        </p:attrNameLst>
                                      </p:cBhvr>
                                      <p:tavLst>
                                        <p:tav tm="0">
                                          <p:val>
                                            <p:strVal val="#ppt_w*0.6"/>
                                          </p:val>
                                        </p:tav>
                                        <p:tav tm="100000">
                                          <p:val>
                                            <p:strVal val="#ppt_w"/>
                                          </p:val>
                                        </p:tav>
                                      </p:tavLst>
                                    </p:anim>
                                    <p:anim calcmode="lin" valueType="num">
                                      <p:cBhvr>
                                        <p:cTn id="32" dur="500" fill="hold"/>
                                        <p:tgtEl>
                                          <p:spTgt spid="9"/>
                                        </p:tgtEl>
                                        <p:attrNameLst>
                                          <p:attrName>ppt_h</p:attrName>
                                        </p:attrNameLst>
                                      </p:cBhvr>
                                      <p:tavLst>
                                        <p:tav tm="0">
                                          <p:val>
                                            <p:strVal val="#ppt_h*0.6"/>
                                          </p:val>
                                        </p:tav>
                                        <p:tav tm="100000">
                                          <p:val>
                                            <p:strVal val="#ppt_h"/>
                                          </p:val>
                                        </p:tav>
                                      </p:tavLst>
                                    </p:anim>
                                    <p:animEffect transition="in" filter="fade">
                                      <p:cBhvr>
                                        <p:cTn id="33" dur="500"/>
                                        <p:tgtEl>
                                          <p:spTgt spid="9"/>
                                        </p:tgtEl>
                                      </p:cBhvr>
                                    </p:animEffect>
                                  </p:childTnLst>
                                </p:cTn>
                              </p:par>
                              <p:par>
                                <p:cTn id="34" presetID="53" presetClass="entr" presetSubtype="16" fill="hold" nodeType="withEffect">
                                  <p:stCondLst>
                                    <p:cond delay="500"/>
                                  </p:stCondLst>
                                  <p:childTnLst>
                                    <p:set>
                                      <p:cBhvr>
                                        <p:cTn id="35" dur="1" fill="hold">
                                          <p:stCondLst>
                                            <p:cond delay="0"/>
                                          </p:stCondLst>
                                        </p:cTn>
                                        <p:tgtEl>
                                          <p:spTgt spid="10"/>
                                        </p:tgtEl>
                                        <p:attrNameLst>
                                          <p:attrName>style.visibility</p:attrName>
                                        </p:attrNameLst>
                                      </p:cBhvr>
                                      <p:to>
                                        <p:strVal val="visible"/>
                                      </p:to>
                                    </p:set>
                                    <p:anim calcmode="lin" valueType="num">
                                      <p:cBhvr>
                                        <p:cTn id="36" dur="500" fill="hold"/>
                                        <p:tgtEl>
                                          <p:spTgt spid="10"/>
                                        </p:tgtEl>
                                        <p:attrNameLst>
                                          <p:attrName>ppt_w</p:attrName>
                                        </p:attrNameLst>
                                      </p:cBhvr>
                                      <p:tavLst>
                                        <p:tav tm="0">
                                          <p:val>
                                            <p:strVal val="#ppt_w*0.6"/>
                                          </p:val>
                                        </p:tav>
                                        <p:tav tm="100000">
                                          <p:val>
                                            <p:strVal val="#ppt_w"/>
                                          </p:val>
                                        </p:tav>
                                      </p:tavLst>
                                    </p:anim>
                                    <p:anim calcmode="lin" valueType="num">
                                      <p:cBhvr>
                                        <p:cTn id="37" dur="500" fill="hold"/>
                                        <p:tgtEl>
                                          <p:spTgt spid="10"/>
                                        </p:tgtEl>
                                        <p:attrNameLst>
                                          <p:attrName>ppt_h</p:attrName>
                                        </p:attrNameLst>
                                      </p:cBhvr>
                                      <p:tavLst>
                                        <p:tav tm="0">
                                          <p:val>
                                            <p:strVal val="#ppt_h*0.6"/>
                                          </p:val>
                                        </p:tav>
                                        <p:tav tm="100000">
                                          <p:val>
                                            <p:strVal val="#ppt_h"/>
                                          </p:val>
                                        </p:tav>
                                      </p:tavLst>
                                    </p:anim>
                                    <p:animEffect transition="in" filter="fade">
                                      <p:cBhvr>
                                        <p:cTn id="38" dur="500"/>
                                        <p:tgtEl>
                                          <p:spTgt spid="10"/>
                                        </p:tgtEl>
                                      </p:cBhvr>
                                    </p:animEffect>
                                  </p:childTnLst>
                                </p:cTn>
                              </p:par>
                              <p:par>
                                <p:cTn id="39" presetID="53" presetClass="entr" presetSubtype="16" fill="hold" nodeType="withEffect">
                                  <p:stCondLst>
                                    <p:cond delay="500"/>
                                  </p:stCondLst>
                                  <p:childTnLst>
                                    <p:set>
                                      <p:cBhvr>
                                        <p:cTn id="40" dur="1" fill="hold">
                                          <p:stCondLst>
                                            <p:cond delay="0"/>
                                          </p:stCondLst>
                                        </p:cTn>
                                        <p:tgtEl>
                                          <p:spTgt spid="11"/>
                                        </p:tgtEl>
                                        <p:attrNameLst>
                                          <p:attrName>style.visibility</p:attrName>
                                        </p:attrNameLst>
                                      </p:cBhvr>
                                      <p:to>
                                        <p:strVal val="visible"/>
                                      </p:to>
                                    </p:set>
                                    <p:anim calcmode="lin" valueType="num">
                                      <p:cBhvr>
                                        <p:cTn id="41" dur="500" fill="hold"/>
                                        <p:tgtEl>
                                          <p:spTgt spid="11"/>
                                        </p:tgtEl>
                                        <p:attrNameLst>
                                          <p:attrName>ppt_w</p:attrName>
                                        </p:attrNameLst>
                                      </p:cBhvr>
                                      <p:tavLst>
                                        <p:tav tm="0">
                                          <p:val>
                                            <p:strVal val="#ppt_w*0.6"/>
                                          </p:val>
                                        </p:tav>
                                        <p:tav tm="100000">
                                          <p:val>
                                            <p:strVal val="#ppt_w"/>
                                          </p:val>
                                        </p:tav>
                                      </p:tavLst>
                                    </p:anim>
                                    <p:anim calcmode="lin" valueType="num">
                                      <p:cBhvr>
                                        <p:cTn id="42" dur="500" fill="hold"/>
                                        <p:tgtEl>
                                          <p:spTgt spid="11"/>
                                        </p:tgtEl>
                                        <p:attrNameLst>
                                          <p:attrName>ppt_h</p:attrName>
                                        </p:attrNameLst>
                                      </p:cBhvr>
                                      <p:tavLst>
                                        <p:tav tm="0">
                                          <p:val>
                                            <p:strVal val="#ppt_h*0.6"/>
                                          </p:val>
                                        </p:tav>
                                        <p:tav tm="100000">
                                          <p:val>
                                            <p:strVal val="#ppt_h"/>
                                          </p:val>
                                        </p:tav>
                                      </p:tavLst>
                                    </p:anim>
                                    <p:animEffect transition="in" filter="fade">
                                      <p:cBhvr>
                                        <p:cTn id="43" dur="500"/>
                                        <p:tgtEl>
                                          <p:spTgt spid="11"/>
                                        </p:tgtEl>
                                      </p:cBhvr>
                                    </p:animEffect>
                                  </p:childTnLst>
                                </p:cTn>
                              </p:par>
                              <p:par>
                                <p:cTn id="44" presetID="42" presetClass="entr" presetSubtype="0" fill="hold" nodeType="withEffect">
                                  <p:stCondLst>
                                    <p:cond delay="550"/>
                                  </p:stCondLst>
                                  <p:childTnLst>
                                    <p:set>
                                      <p:cBhvr>
                                        <p:cTn id="45" dur="1" fill="hold">
                                          <p:stCondLst>
                                            <p:cond delay="0"/>
                                          </p:stCondLst>
                                        </p:cTn>
                                        <p:tgtEl>
                                          <p:spTgt spid="13"/>
                                        </p:tgtEl>
                                        <p:attrNameLst>
                                          <p:attrName>style.visibility</p:attrName>
                                        </p:attrNameLst>
                                      </p:cBhvr>
                                      <p:to>
                                        <p:strVal val="visible"/>
                                      </p:to>
                                    </p:set>
                                    <p:anim calcmode="lin" valueType="num">
                                      <p:cBhvr>
                                        <p:cTn id="46" dur="700" fill="hold"/>
                                        <p:tgtEl>
                                          <p:spTgt spid="13"/>
                                        </p:tgtEl>
                                        <p:attrNameLst>
                                          <p:attrName>ppt_y</p:attrName>
                                        </p:attrNameLst>
                                      </p:cBhvr>
                                      <p:tavLst>
                                        <p:tav tm="0">
                                          <p:val>
                                            <p:strVal val="#ppt_y+.026"/>
                                          </p:val>
                                        </p:tav>
                                        <p:tav tm="100000">
                                          <p:val>
                                            <p:strVal val="#ppt_y"/>
                                          </p:val>
                                        </p:tav>
                                      </p:tavLst>
                                    </p:anim>
                                    <p:animEffect transition="in" filter="fade">
                                      <p:cBhvr>
                                        <p:cTn id="47" dur="700"/>
                                        <p:tgtEl>
                                          <p:spTgt spid="13"/>
                                        </p:tgtEl>
                                      </p:cBhvr>
                                    </p:animEffect>
                                  </p:childTnLst>
                                </p:cTn>
                              </p:par>
                              <p:par>
                                <p:cTn id="48" presetID="42" presetClass="entr" presetSubtype="0" fill="hold" nodeType="withEffect">
                                  <p:stCondLst>
                                    <p:cond delay="700"/>
                                  </p:stCondLst>
                                  <p:childTnLst>
                                    <p:set>
                                      <p:cBhvr>
                                        <p:cTn id="49" dur="1" fill="hold">
                                          <p:stCondLst>
                                            <p:cond delay="0"/>
                                          </p:stCondLst>
                                        </p:cTn>
                                        <p:tgtEl>
                                          <p:spTgt spid="14"/>
                                        </p:tgtEl>
                                        <p:attrNameLst>
                                          <p:attrName>style.visibility</p:attrName>
                                        </p:attrNameLst>
                                      </p:cBhvr>
                                      <p:to>
                                        <p:strVal val="visible"/>
                                      </p:to>
                                    </p:set>
                                    <p:anim calcmode="lin" valueType="num">
                                      <p:cBhvr>
                                        <p:cTn id="50" dur="700" fill="hold"/>
                                        <p:tgtEl>
                                          <p:spTgt spid="14"/>
                                        </p:tgtEl>
                                        <p:attrNameLst>
                                          <p:attrName>ppt_y</p:attrName>
                                        </p:attrNameLst>
                                      </p:cBhvr>
                                      <p:tavLst>
                                        <p:tav tm="0">
                                          <p:val>
                                            <p:strVal val="#ppt_y+.026"/>
                                          </p:val>
                                        </p:tav>
                                        <p:tav tm="100000">
                                          <p:val>
                                            <p:strVal val="#ppt_y"/>
                                          </p:val>
                                        </p:tav>
                                      </p:tavLst>
                                    </p:anim>
                                    <p:animEffect transition="in" filter="fade">
                                      <p:cBhvr>
                                        <p:cTn id="51" dur="700"/>
                                        <p:tgtEl>
                                          <p:spTgt spid="14"/>
                                        </p:tgtEl>
                                      </p:cBhvr>
                                    </p:animEffect>
                                  </p:childTnLst>
                                </p:cTn>
                              </p:par>
                              <p:par>
                                <p:cTn id="52" presetID="53" presetClass="entr" presetSubtype="16" fill="hold" nodeType="withEffect">
                                  <p:stCondLst>
                                    <p:cond delay="1600"/>
                                  </p:stCondLst>
                                  <p:childTnLst>
                                    <p:set>
                                      <p:cBhvr>
                                        <p:cTn id="53" dur="1" fill="hold">
                                          <p:stCondLst>
                                            <p:cond delay="0"/>
                                          </p:stCondLst>
                                        </p:cTn>
                                        <p:tgtEl>
                                          <p:spTgt spid="6"/>
                                        </p:tgtEl>
                                        <p:attrNameLst>
                                          <p:attrName>style.visibility</p:attrName>
                                        </p:attrNameLst>
                                      </p:cBhvr>
                                      <p:to>
                                        <p:strVal val="visible"/>
                                      </p:to>
                                    </p:set>
                                    <p:anim calcmode="lin" valueType="num">
                                      <p:cBhvr>
                                        <p:cTn id="54" dur="800" fill="hold"/>
                                        <p:tgtEl>
                                          <p:spTgt spid="6"/>
                                        </p:tgtEl>
                                        <p:attrNameLst>
                                          <p:attrName>ppt_w</p:attrName>
                                        </p:attrNameLst>
                                      </p:cBhvr>
                                      <p:tavLst>
                                        <p:tav tm="0">
                                          <p:val>
                                            <p:strVal val="#ppt_w*0.4"/>
                                          </p:val>
                                        </p:tav>
                                        <p:tav tm="100000">
                                          <p:val>
                                            <p:strVal val="#ppt_w"/>
                                          </p:val>
                                        </p:tav>
                                      </p:tavLst>
                                    </p:anim>
                                    <p:anim calcmode="lin" valueType="num">
                                      <p:cBhvr>
                                        <p:cTn id="55" dur="800" fill="hold"/>
                                        <p:tgtEl>
                                          <p:spTgt spid="6"/>
                                        </p:tgtEl>
                                        <p:attrNameLst>
                                          <p:attrName>ppt_h</p:attrName>
                                        </p:attrNameLst>
                                      </p:cBhvr>
                                      <p:tavLst>
                                        <p:tav tm="0">
                                          <p:val>
                                            <p:strVal val="#ppt_h*0.4"/>
                                          </p:val>
                                        </p:tav>
                                        <p:tav tm="100000">
                                          <p:val>
                                            <p:strVal val="#ppt_h"/>
                                          </p:val>
                                        </p:tav>
                                      </p:tavLst>
                                    </p:anim>
                                    <p:animEffect transition="in" filter="fade">
                                      <p:cBhvr>
                                        <p:cTn id="56" dur="8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Nền" descr="bg_18.jpg"/>
          <p:cNvPicPr>
            <a:picLocks noChangeAspect="1"/>
          </p:cNvPicPr>
          <p:nvPr/>
        </p:nvPicPr>
        <p:blipFill>
          <a:blip r:embed="rId3"/>
          <a:stretch>
            <a:fillRect/>
          </a:stretch>
        </p:blipFill>
        <p:spPr>
          <a:xfrm>
            <a:off x="0" y="0"/>
            <a:ext cx="12192000" cy="6858000"/>
          </a:xfrm>
          <a:prstGeom prst="rect">
            <a:avLst/>
          </a:prstGeom>
        </p:spPr>
      </p:pic>
      <p:pic>
        <p:nvPicPr>
          <p:cNvPr id="3" name="Lớp 00 · fade" descr="L_18_00.png"/>
          <p:cNvPicPr>
            <a:picLocks noChangeAspect="1"/>
          </p:cNvPicPr>
          <p:nvPr/>
        </p:nvPicPr>
        <p:blipFill>
          <a:blip r:embed="rId4"/>
          <a:stretch>
            <a:fillRect/>
          </a:stretch>
        </p:blipFill>
        <p:spPr>
          <a:xfrm>
            <a:off x="0" y="0"/>
            <a:ext cx="12192000" cy="1568450"/>
          </a:xfrm>
          <a:prstGeom prst="rect">
            <a:avLst/>
          </a:prstGeom>
        </p:spPr>
      </p:pic>
      <p:pic>
        <p:nvPicPr>
          <p:cNvPr id="4" name="Lớp 01 · float" descr="L_18_01.png"/>
          <p:cNvPicPr>
            <a:picLocks noChangeAspect="1"/>
          </p:cNvPicPr>
          <p:nvPr/>
        </p:nvPicPr>
        <p:blipFill>
          <a:blip r:embed="rId5"/>
          <a:stretch>
            <a:fillRect/>
          </a:stretch>
        </p:blipFill>
        <p:spPr>
          <a:xfrm>
            <a:off x="0" y="31750"/>
            <a:ext cx="11493500" cy="2504281"/>
          </a:xfrm>
          <a:prstGeom prst="rect">
            <a:avLst/>
          </a:prstGeom>
        </p:spPr>
      </p:pic>
      <p:pic>
        <p:nvPicPr>
          <p:cNvPr id="5" name="Lớp 02 · float" descr="L_18_02.png"/>
          <p:cNvPicPr>
            <a:picLocks noChangeAspect="1"/>
          </p:cNvPicPr>
          <p:nvPr/>
        </p:nvPicPr>
        <p:blipFill>
          <a:blip r:embed="rId6"/>
          <a:stretch>
            <a:fillRect/>
          </a:stretch>
        </p:blipFill>
        <p:spPr>
          <a:xfrm>
            <a:off x="0" y="1531938"/>
            <a:ext cx="5024934" cy="3900884"/>
          </a:xfrm>
          <a:prstGeom prst="rect">
            <a:avLst/>
          </a:prstGeom>
        </p:spPr>
      </p:pic>
      <p:pic>
        <p:nvPicPr>
          <p:cNvPr id="6" name="Lớp 03 · float" descr="L_18_03.png"/>
          <p:cNvPicPr>
            <a:picLocks noChangeAspect="1"/>
          </p:cNvPicPr>
          <p:nvPr/>
        </p:nvPicPr>
        <p:blipFill>
          <a:blip r:embed="rId7"/>
          <a:stretch>
            <a:fillRect/>
          </a:stretch>
        </p:blipFill>
        <p:spPr>
          <a:xfrm>
            <a:off x="3551734" y="1531938"/>
            <a:ext cx="5088434" cy="3900884"/>
          </a:xfrm>
          <a:prstGeom prst="rect">
            <a:avLst/>
          </a:prstGeom>
        </p:spPr>
      </p:pic>
      <p:pic>
        <p:nvPicPr>
          <p:cNvPr id="7" name="Lớp 04 · float" descr="L_18_04.png"/>
          <p:cNvPicPr>
            <a:picLocks noChangeAspect="1"/>
          </p:cNvPicPr>
          <p:nvPr/>
        </p:nvPicPr>
        <p:blipFill>
          <a:blip r:embed="rId8"/>
          <a:stretch>
            <a:fillRect/>
          </a:stretch>
        </p:blipFill>
        <p:spPr>
          <a:xfrm>
            <a:off x="7166967" y="1531938"/>
            <a:ext cx="5025033" cy="3900884"/>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5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42" presetClass="entr" presetSubtype="0" fill="hold" nodeType="withEffect">
                                  <p:stCondLst>
                                    <p:cond delay="120"/>
                                  </p:stCondLst>
                                  <p:childTnLst>
                                    <p:set>
                                      <p:cBhvr>
                                        <p:cTn id="9" dur="1" fill="hold">
                                          <p:stCondLst>
                                            <p:cond delay="0"/>
                                          </p:stCondLst>
                                        </p:cTn>
                                        <p:tgtEl>
                                          <p:spTgt spid="4"/>
                                        </p:tgtEl>
                                        <p:attrNameLst>
                                          <p:attrName>style.visibility</p:attrName>
                                        </p:attrNameLst>
                                      </p:cBhvr>
                                      <p:to>
                                        <p:strVal val="visible"/>
                                      </p:to>
                                    </p:set>
                                    <p:anim calcmode="lin" valueType="num">
                                      <p:cBhvr>
                                        <p:cTn id="10" dur="600" fill="hold"/>
                                        <p:tgtEl>
                                          <p:spTgt spid="4"/>
                                        </p:tgtEl>
                                        <p:attrNameLst>
                                          <p:attrName>ppt_y</p:attrName>
                                        </p:attrNameLst>
                                      </p:cBhvr>
                                      <p:tavLst>
                                        <p:tav tm="0">
                                          <p:val>
                                            <p:strVal val="#ppt_y+.026"/>
                                          </p:val>
                                        </p:tav>
                                        <p:tav tm="100000">
                                          <p:val>
                                            <p:strVal val="#ppt_y"/>
                                          </p:val>
                                        </p:tav>
                                      </p:tavLst>
                                    </p:anim>
                                    <p:animEffect transition="in" filter="fade">
                                      <p:cBhvr>
                                        <p:cTn id="11" dur="600"/>
                                        <p:tgtEl>
                                          <p:spTgt spid="4"/>
                                        </p:tgtEl>
                                      </p:cBhvr>
                                    </p:animEffect>
                                  </p:childTnLst>
                                </p:cTn>
                              </p:par>
                              <p:par>
                                <p:cTn id="12" presetID="42" presetClass="entr" presetSubtype="0" fill="hold" nodeType="withEffect">
                                  <p:stCondLst>
                                    <p:cond delay="300"/>
                                  </p:stCondLst>
                                  <p:childTnLst>
                                    <p:set>
                                      <p:cBhvr>
                                        <p:cTn id="13" dur="1" fill="hold">
                                          <p:stCondLst>
                                            <p:cond delay="0"/>
                                          </p:stCondLst>
                                        </p:cTn>
                                        <p:tgtEl>
                                          <p:spTgt spid="5"/>
                                        </p:tgtEl>
                                        <p:attrNameLst>
                                          <p:attrName>style.visibility</p:attrName>
                                        </p:attrNameLst>
                                      </p:cBhvr>
                                      <p:to>
                                        <p:strVal val="visible"/>
                                      </p:to>
                                    </p:set>
                                    <p:anim calcmode="lin" valueType="num">
                                      <p:cBhvr>
                                        <p:cTn id="14" dur="600" fill="hold"/>
                                        <p:tgtEl>
                                          <p:spTgt spid="5"/>
                                        </p:tgtEl>
                                        <p:attrNameLst>
                                          <p:attrName>ppt_y</p:attrName>
                                        </p:attrNameLst>
                                      </p:cBhvr>
                                      <p:tavLst>
                                        <p:tav tm="0">
                                          <p:val>
                                            <p:strVal val="#ppt_y+.026"/>
                                          </p:val>
                                        </p:tav>
                                        <p:tav tm="100000">
                                          <p:val>
                                            <p:strVal val="#ppt_y"/>
                                          </p:val>
                                        </p:tav>
                                      </p:tavLst>
                                    </p:anim>
                                    <p:animEffect transition="in" filter="fade">
                                      <p:cBhvr>
                                        <p:cTn id="15" dur="600"/>
                                        <p:tgtEl>
                                          <p:spTgt spid="5"/>
                                        </p:tgtEl>
                                      </p:cBhvr>
                                    </p:animEffect>
                                  </p:childTnLst>
                                </p:cTn>
                              </p:par>
                              <p:par>
                                <p:cTn id="16" presetID="42" presetClass="entr" presetSubtype="0" fill="hold" nodeType="withEffect">
                                  <p:stCondLst>
                                    <p:cond delay="390"/>
                                  </p:stCondLst>
                                  <p:childTnLst>
                                    <p:set>
                                      <p:cBhvr>
                                        <p:cTn id="17" dur="1" fill="hold">
                                          <p:stCondLst>
                                            <p:cond delay="0"/>
                                          </p:stCondLst>
                                        </p:cTn>
                                        <p:tgtEl>
                                          <p:spTgt spid="6"/>
                                        </p:tgtEl>
                                        <p:attrNameLst>
                                          <p:attrName>style.visibility</p:attrName>
                                        </p:attrNameLst>
                                      </p:cBhvr>
                                      <p:to>
                                        <p:strVal val="visible"/>
                                      </p:to>
                                    </p:set>
                                    <p:anim calcmode="lin" valueType="num">
                                      <p:cBhvr>
                                        <p:cTn id="18" dur="600" fill="hold"/>
                                        <p:tgtEl>
                                          <p:spTgt spid="6"/>
                                        </p:tgtEl>
                                        <p:attrNameLst>
                                          <p:attrName>ppt_y</p:attrName>
                                        </p:attrNameLst>
                                      </p:cBhvr>
                                      <p:tavLst>
                                        <p:tav tm="0">
                                          <p:val>
                                            <p:strVal val="#ppt_y+.026"/>
                                          </p:val>
                                        </p:tav>
                                        <p:tav tm="100000">
                                          <p:val>
                                            <p:strVal val="#ppt_y"/>
                                          </p:val>
                                        </p:tav>
                                      </p:tavLst>
                                    </p:anim>
                                    <p:animEffect transition="in" filter="fade">
                                      <p:cBhvr>
                                        <p:cTn id="19" dur="600"/>
                                        <p:tgtEl>
                                          <p:spTgt spid="6"/>
                                        </p:tgtEl>
                                      </p:cBhvr>
                                    </p:animEffect>
                                  </p:childTnLst>
                                </p:cTn>
                              </p:par>
                              <p:par>
                                <p:cTn id="20" presetID="42" presetClass="entr" presetSubtype="0" fill="hold" nodeType="withEffect">
                                  <p:stCondLst>
                                    <p:cond delay="480"/>
                                  </p:stCondLst>
                                  <p:childTnLst>
                                    <p:set>
                                      <p:cBhvr>
                                        <p:cTn id="21" dur="1" fill="hold">
                                          <p:stCondLst>
                                            <p:cond delay="0"/>
                                          </p:stCondLst>
                                        </p:cTn>
                                        <p:tgtEl>
                                          <p:spTgt spid="7"/>
                                        </p:tgtEl>
                                        <p:attrNameLst>
                                          <p:attrName>style.visibility</p:attrName>
                                        </p:attrNameLst>
                                      </p:cBhvr>
                                      <p:to>
                                        <p:strVal val="visible"/>
                                      </p:to>
                                    </p:set>
                                    <p:anim calcmode="lin" valueType="num">
                                      <p:cBhvr>
                                        <p:cTn id="22" dur="600" fill="hold"/>
                                        <p:tgtEl>
                                          <p:spTgt spid="7"/>
                                        </p:tgtEl>
                                        <p:attrNameLst>
                                          <p:attrName>ppt_y</p:attrName>
                                        </p:attrNameLst>
                                      </p:cBhvr>
                                      <p:tavLst>
                                        <p:tav tm="0">
                                          <p:val>
                                            <p:strVal val="#ppt_y+.026"/>
                                          </p:val>
                                        </p:tav>
                                        <p:tav tm="100000">
                                          <p:val>
                                            <p:strVal val="#ppt_y"/>
                                          </p:val>
                                        </p:tav>
                                      </p:tavLst>
                                    </p:anim>
                                    <p:animEffect transition="in" filter="fade">
                                      <p:cBhvr>
                                        <p:cTn id="23" dur="6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Nền" descr="bg_19.jpg"/>
          <p:cNvPicPr>
            <a:picLocks noChangeAspect="1"/>
          </p:cNvPicPr>
          <p:nvPr/>
        </p:nvPicPr>
        <p:blipFill>
          <a:blip r:embed="rId3"/>
          <a:stretch>
            <a:fillRect/>
          </a:stretch>
        </p:blipFill>
        <p:spPr>
          <a:xfrm>
            <a:off x="0" y="0"/>
            <a:ext cx="12192000" cy="6858000"/>
          </a:xfrm>
          <a:prstGeom prst="rect">
            <a:avLst/>
          </a:prstGeom>
        </p:spPr>
      </p:pic>
      <p:pic>
        <p:nvPicPr>
          <p:cNvPr id="3" name="Lớp 00 · fade" descr="L_19_00.png"/>
          <p:cNvPicPr>
            <a:picLocks noChangeAspect="1"/>
          </p:cNvPicPr>
          <p:nvPr/>
        </p:nvPicPr>
        <p:blipFill>
          <a:blip r:embed="rId4"/>
          <a:stretch>
            <a:fillRect/>
          </a:stretch>
        </p:blipFill>
        <p:spPr>
          <a:xfrm>
            <a:off x="0" y="0"/>
            <a:ext cx="12192000" cy="1568450"/>
          </a:xfrm>
          <a:prstGeom prst="rect">
            <a:avLst/>
          </a:prstGeom>
        </p:spPr>
      </p:pic>
      <p:pic>
        <p:nvPicPr>
          <p:cNvPr id="4" name="Lớp 01 · float" descr="L_19_01.png"/>
          <p:cNvPicPr>
            <a:picLocks noChangeAspect="1"/>
          </p:cNvPicPr>
          <p:nvPr/>
        </p:nvPicPr>
        <p:blipFill>
          <a:blip r:embed="rId5"/>
          <a:stretch>
            <a:fillRect/>
          </a:stretch>
        </p:blipFill>
        <p:spPr>
          <a:xfrm>
            <a:off x="0" y="31750"/>
            <a:ext cx="11493500" cy="2077641"/>
          </a:xfrm>
          <a:prstGeom prst="rect">
            <a:avLst/>
          </a:prstGeom>
        </p:spPr>
      </p:pic>
      <p:pic>
        <p:nvPicPr>
          <p:cNvPr id="5" name="Lớp 02 · float" descr="L_19_02.png"/>
          <p:cNvPicPr>
            <a:picLocks noChangeAspect="1"/>
          </p:cNvPicPr>
          <p:nvPr/>
        </p:nvPicPr>
        <p:blipFill>
          <a:blip r:embed="rId6"/>
          <a:stretch>
            <a:fillRect/>
          </a:stretch>
        </p:blipFill>
        <p:spPr>
          <a:xfrm>
            <a:off x="0" y="1060450"/>
            <a:ext cx="3556000" cy="2980134"/>
          </a:xfrm>
          <a:prstGeom prst="rect">
            <a:avLst/>
          </a:prstGeom>
        </p:spPr>
      </p:pic>
      <p:pic>
        <p:nvPicPr>
          <p:cNvPr id="6" name="Lớp 03 · float" descr="L_19_03.png"/>
          <p:cNvPicPr>
            <a:picLocks noChangeAspect="1"/>
          </p:cNvPicPr>
          <p:nvPr/>
        </p:nvPicPr>
        <p:blipFill>
          <a:blip r:embed="rId7"/>
          <a:stretch>
            <a:fillRect/>
          </a:stretch>
        </p:blipFill>
        <p:spPr>
          <a:xfrm>
            <a:off x="2032000" y="1060450"/>
            <a:ext cx="3619500" cy="2980134"/>
          </a:xfrm>
          <a:prstGeom prst="rect">
            <a:avLst/>
          </a:prstGeom>
        </p:spPr>
      </p:pic>
      <p:pic>
        <p:nvPicPr>
          <p:cNvPr id="7" name="Lớp 04 · float" descr="L_19_04.png"/>
          <p:cNvPicPr>
            <a:picLocks noChangeAspect="1"/>
          </p:cNvPicPr>
          <p:nvPr/>
        </p:nvPicPr>
        <p:blipFill>
          <a:blip r:embed="rId8"/>
          <a:stretch>
            <a:fillRect/>
          </a:stretch>
        </p:blipFill>
        <p:spPr>
          <a:xfrm>
            <a:off x="0" y="2516584"/>
            <a:ext cx="3556000" cy="2786856"/>
          </a:xfrm>
          <a:prstGeom prst="rect">
            <a:avLst/>
          </a:prstGeom>
        </p:spPr>
      </p:pic>
      <p:pic>
        <p:nvPicPr>
          <p:cNvPr id="8" name="Lớp 05 · float" descr="L_19_05.png"/>
          <p:cNvPicPr>
            <a:picLocks noChangeAspect="1"/>
          </p:cNvPicPr>
          <p:nvPr/>
        </p:nvPicPr>
        <p:blipFill>
          <a:blip r:embed="rId9"/>
          <a:stretch>
            <a:fillRect/>
          </a:stretch>
        </p:blipFill>
        <p:spPr>
          <a:xfrm>
            <a:off x="2032000" y="2516584"/>
            <a:ext cx="3619500" cy="2786856"/>
          </a:xfrm>
          <a:prstGeom prst="rect">
            <a:avLst/>
          </a:prstGeom>
        </p:spPr>
      </p:pic>
      <p:pic>
        <p:nvPicPr>
          <p:cNvPr id="9" name="Lớp 06 · wipe" descr="L_19_06.png"/>
          <p:cNvPicPr>
            <a:picLocks noChangeAspect="1"/>
          </p:cNvPicPr>
          <p:nvPr/>
        </p:nvPicPr>
        <p:blipFill>
          <a:blip r:embed="rId10"/>
          <a:stretch>
            <a:fillRect/>
          </a:stretch>
        </p:blipFill>
        <p:spPr>
          <a:xfrm>
            <a:off x="6286500" y="1470620"/>
            <a:ext cx="5143500" cy="1879600"/>
          </a:xfrm>
          <a:prstGeom prst="rect">
            <a:avLst/>
          </a:prstGeom>
        </p:spPr>
      </p:pic>
      <p:pic>
        <p:nvPicPr>
          <p:cNvPr id="10" name="Lớp 07 · wipe" descr="L_19_07.png"/>
          <p:cNvPicPr>
            <a:picLocks noChangeAspect="1"/>
          </p:cNvPicPr>
          <p:nvPr/>
        </p:nvPicPr>
        <p:blipFill>
          <a:blip r:embed="rId11"/>
          <a:stretch>
            <a:fillRect/>
          </a:stretch>
        </p:blipFill>
        <p:spPr>
          <a:xfrm>
            <a:off x="6286500" y="1788120"/>
            <a:ext cx="3704530" cy="1879600"/>
          </a:xfrm>
          <a:prstGeom prst="rect">
            <a:avLst/>
          </a:prstGeom>
        </p:spPr>
      </p:pic>
      <p:pic>
        <p:nvPicPr>
          <p:cNvPr id="11" name="Lớp 08 · wipe" descr="L_19_08.png"/>
          <p:cNvPicPr>
            <a:picLocks noChangeAspect="1"/>
          </p:cNvPicPr>
          <p:nvPr/>
        </p:nvPicPr>
        <p:blipFill>
          <a:blip r:embed="rId12"/>
          <a:stretch>
            <a:fillRect/>
          </a:stretch>
        </p:blipFill>
        <p:spPr>
          <a:xfrm>
            <a:off x="6286500" y="2105620"/>
            <a:ext cx="2227262" cy="1879600"/>
          </a:xfrm>
          <a:prstGeom prst="rect">
            <a:avLst/>
          </a:prstGeom>
        </p:spPr>
      </p:pic>
      <p:pic>
        <p:nvPicPr>
          <p:cNvPr id="12" name="Lớp 09 · wipe" descr="L_19_09.png"/>
          <p:cNvPicPr>
            <a:picLocks noChangeAspect="1"/>
          </p:cNvPicPr>
          <p:nvPr/>
        </p:nvPicPr>
        <p:blipFill>
          <a:blip r:embed="rId13"/>
          <a:stretch>
            <a:fillRect/>
          </a:stretch>
        </p:blipFill>
        <p:spPr>
          <a:xfrm>
            <a:off x="6286500" y="2423120"/>
            <a:ext cx="1965325" cy="1879600"/>
          </a:xfrm>
          <a:prstGeom prst="rect">
            <a:avLst/>
          </a:prstGeom>
        </p:spPr>
      </p:pic>
      <p:pic>
        <p:nvPicPr>
          <p:cNvPr id="13" name="Lớp 10 · wipe" descr="L_19_10.png"/>
          <p:cNvPicPr>
            <a:picLocks noChangeAspect="1"/>
          </p:cNvPicPr>
          <p:nvPr/>
        </p:nvPicPr>
        <p:blipFill>
          <a:blip r:embed="rId14"/>
          <a:stretch>
            <a:fillRect/>
          </a:stretch>
        </p:blipFill>
        <p:spPr>
          <a:xfrm>
            <a:off x="6286500" y="2740620"/>
            <a:ext cx="1898948" cy="1879600"/>
          </a:xfrm>
          <a:prstGeom prst="rect">
            <a:avLst/>
          </a:prstGeom>
        </p:spPr>
      </p:pic>
      <p:pic>
        <p:nvPicPr>
          <p:cNvPr id="14" name="Lớp 11 · wipe" descr="L_19_11.png"/>
          <p:cNvPicPr>
            <a:picLocks noChangeAspect="1"/>
          </p:cNvPicPr>
          <p:nvPr/>
        </p:nvPicPr>
        <p:blipFill>
          <a:blip r:embed="rId15"/>
          <a:stretch>
            <a:fillRect/>
          </a:stretch>
        </p:blipFill>
        <p:spPr>
          <a:xfrm>
            <a:off x="6333927" y="3058120"/>
            <a:ext cx="1714202" cy="18796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5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42" presetClass="entr" presetSubtype="0" fill="hold" nodeType="withEffect">
                                  <p:stCondLst>
                                    <p:cond delay="120"/>
                                  </p:stCondLst>
                                  <p:childTnLst>
                                    <p:set>
                                      <p:cBhvr>
                                        <p:cTn id="9" dur="1" fill="hold">
                                          <p:stCondLst>
                                            <p:cond delay="0"/>
                                          </p:stCondLst>
                                        </p:cTn>
                                        <p:tgtEl>
                                          <p:spTgt spid="4"/>
                                        </p:tgtEl>
                                        <p:attrNameLst>
                                          <p:attrName>style.visibility</p:attrName>
                                        </p:attrNameLst>
                                      </p:cBhvr>
                                      <p:to>
                                        <p:strVal val="visible"/>
                                      </p:to>
                                    </p:set>
                                    <p:anim calcmode="lin" valueType="num">
                                      <p:cBhvr>
                                        <p:cTn id="10" dur="600" fill="hold"/>
                                        <p:tgtEl>
                                          <p:spTgt spid="4"/>
                                        </p:tgtEl>
                                        <p:attrNameLst>
                                          <p:attrName>ppt_y</p:attrName>
                                        </p:attrNameLst>
                                      </p:cBhvr>
                                      <p:tavLst>
                                        <p:tav tm="0">
                                          <p:val>
                                            <p:strVal val="#ppt_y+.026"/>
                                          </p:val>
                                        </p:tav>
                                        <p:tav tm="100000">
                                          <p:val>
                                            <p:strVal val="#ppt_y"/>
                                          </p:val>
                                        </p:tav>
                                      </p:tavLst>
                                    </p:anim>
                                    <p:animEffect transition="in" filter="fade">
                                      <p:cBhvr>
                                        <p:cTn id="11" dur="600"/>
                                        <p:tgtEl>
                                          <p:spTgt spid="4"/>
                                        </p:tgtEl>
                                      </p:cBhvr>
                                    </p:animEffect>
                                  </p:childTnLst>
                                </p:cTn>
                              </p:par>
                              <p:par>
                                <p:cTn id="12" presetID="42" presetClass="entr" presetSubtype="0" fill="hold" nodeType="withEffect">
                                  <p:stCondLst>
                                    <p:cond delay="200"/>
                                  </p:stCondLst>
                                  <p:childTnLst>
                                    <p:set>
                                      <p:cBhvr>
                                        <p:cTn id="13" dur="1" fill="hold">
                                          <p:stCondLst>
                                            <p:cond delay="0"/>
                                          </p:stCondLst>
                                        </p:cTn>
                                        <p:tgtEl>
                                          <p:spTgt spid="5"/>
                                        </p:tgtEl>
                                        <p:attrNameLst>
                                          <p:attrName>style.visibility</p:attrName>
                                        </p:attrNameLst>
                                      </p:cBhvr>
                                      <p:to>
                                        <p:strVal val="visible"/>
                                      </p:to>
                                    </p:set>
                                    <p:anim calcmode="lin" valueType="num">
                                      <p:cBhvr>
                                        <p:cTn id="14" dur="700" fill="hold"/>
                                        <p:tgtEl>
                                          <p:spTgt spid="5"/>
                                        </p:tgtEl>
                                        <p:attrNameLst>
                                          <p:attrName>ppt_y</p:attrName>
                                        </p:attrNameLst>
                                      </p:cBhvr>
                                      <p:tavLst>
                                        <p:tav tm="0">
                                          <p:val>
                                            <p:strVal val="#ppt_y+.026"/>
                                          </p:val>
                                        </p:tav>
                                        <p:tav tm="100000">
                                          <p:val>
                                            <p:strVal val="#ppt_y"/>
                                          </p:val>
                                        </p:tav>
                                      </p:tavLst>
                                    </p:anim>
                                    <p:animEffect transition="in" filter="fade">
                                      <p:cBhvr>
                                        <p:cTn id="15" dur="700"/>
                                        <p:tgtEl>
                                          <p:spTgt spid="5"/>
                                        </p:tgtEl>
                                      </p:cBhvr>
                                    </p:animEffect>
                                  </p:childTnLst>
                                </p:cTn>
                              </p:par>
                              <p:par>
                                <p:cTn id="16" presetID="42" presetClass="entr" presetSubtype="0" fill="hold" nodeType="withEffect">
                                  <p:stCondLst>
                                    <p:cond delay="300"/>
                                  </p:stCondLst>
                                  <p:childTnLst>
                                    <p:set>
                                      <p:cBhvr>
                                        <p:cTn id="17" dur="1" fill="hold">
                                          <p:stCondLst>
                                            <p:cond delay="0"/>
                                          </p:stCondLst>
                                        </p:cTn>
                                        <p:tgtEl>
                                          <p:spTgt spid="6"/>
                                        </p:tgtEl>
                                        <p:attrNameLst>
                                          <p:attrName>style.visibility</p:attrName>
                                        </p:attrNameLst>
                                      </p:cBhvr>
                                      <p:to>
                                        <p:strVal val="visible"/>
                                      </p:to>
                                    </p:set>
                                    <p:anim calcmode="lin" valueType="num">
                                      <p:cBhvr>
                                        <p:cTn id="18" dur="700" fill="hold"/>
                                        <p:tgtEl>
                                          <p:spTgt spid="6"/>
                                        </p:tgtEl>
                                        <p:attrNameLst>
                                          <p:attrName>ppt_y</p:attrName>
                                        </p:attrNameLst>
                                      </p:cBhvr>
                                      <p:tavLst>
                                        <p:tav tm="0">
                                          <p:val>
                                            <p:strVal val="#ppt_y+.026"/>
                                          </p:val>
                                        </p:tav>
                                        <p:tav tm="100000">
                                          <p:val>
                                            <p:strVal val="#ppt_y"/>
                                          </p:val>
                                        </p:tav>
                                      </p:tavLst>
                                    </p:anim>
                                    <p:animEffect transition="in" filter="fade">
                                      <p:cBhvr>
                                        <p:cTn id="19" dur="700"/>
                                        <p:tgtEl>
                                          <p:spTgt spid="6"/>
                                        </p:tgtEl>
                                      </p:cBhvr>
                                    </p:animEffect>
                                  </p:childTnLst>
                                </p:cTn>
                              </p:par>
                              <p:par>
                                <p:cTn id="20" presetID="22" presetClass="entr" presetSubtype="8" fill="hold" nodeType="withEffect">
                                  <p:stCondLst>
                                    <p:cond delay="350"/>
                                  </p:stCondLst>
                                  <p:childTnLst>
                                    <p:set>
                                      <p:cBhvr>
                                        <p:cTn id="21" dur="1" fill="hold">
                                          <p:stCondLst>
                                            <p:cond delay="0"/>
                                          </p:stCondLst>
                                        </p:cTn>
                                        <p:tgtEl>
                                          <p:spTgt spid="9"/>
                                        </p:tgtEl>
                                        <p:attrNameLst>
                                          <p:attrName>style.visibility</p:attrName>
                                        </p:attrNameLst>
                                      </p:cBhvr>
                                      <p:to>
                                        <p:strVal val="visible"/>
                                      </p:to>
                                    </p:set>
                                    <p:animEffect transition="in" filter="wipe(left)">
                                      <p:cBhvr>
                                        <p:cTn id="22" dur="900"/>
                                        <p:tgtEl>
                                          <p:spTgt spid="9"/>
                                        </p:tgtEl>
                                      </p:cBhvr>
                                    </p:animEffect>
                                  </p:childTnLst>
                                </p:cTn>
                              </p:par>
                              <p:par>
                                <p:cTn id="23" presetID="42" presetClass="entr" presetSubtype="0" fill="hold" nodeType="withEffect">
                                  <p:stCondLst>
                                    <p:cond delay="400"/>
                                  </p:stCondLst>
                                  <p:childTnLst>
                                    <p:set>
                                      <p:cBhvr>
                                        <p:cTn id="24" dur="1" fill="hold">
                                          <p:stCondLst>
                                            <p:cond delay="0"/>
                                          </p:stCondLst>
                                        </p:cTn>
                                        <p:tgtEl>
                                          <p:spTgt spid="7"/>
                                        </p:tgtEl>
                                        <p:attrNameLst>
                                          <p:attrName>style.visibility</p:attrName>
                                        </p:attrNameLst>
                                      </p:cBhvr>
                                      <p:to>
                                        <p:strVal val="visible"/>
                                      </p:to>
                                    </p:set>
                                    <p:anim calcmode="lin" valueType="num">
                                      <p:cBhvr>
                                        <p:cTn id="25" dur="700" fill="hold"/>
                                        <p:tgtEl>
                                          <p:spTgt spid="7"/>
                                        </p:tgtEl>
                                        <p:attrNameLst>
                                          <p:attrName>ppt_y</p:attrName>
                                        </p:attrNameLst>
                                      </p:cBhvr>
                                      <p:tavLst>
                                        <p:tav tm="0">
                                          <p:val>
                                            <p:strVal val="#ppt_y+.026"/>
                                          </p:val>
                                        </p:tav>
                                        <p:tav tm="100000">
                                          <p:val>
                                            <p:strVal val="#ppt_y"/>
                                          </p:val>
                                        </p:tav>
                                      </p:tavLst>
                                    </p:anim>
                                    <p:animEffect transition="in" filter="fade">
                                      <p:cBhvr>
                                        <p:cTn id="26" dur="700"/>
                                        <p:tgtEl>
                                          <p:spTgt spid="7"/>
                                        </p:tgtEl>
                                      </p:cBhvr>
                                    </p:animEffect>
                                  </p:childTnLst>
                                </p:cTn>
                              </p:par>
                              <p:par>
                                <p:cTn id="27" presetID="22" presetClass="entr" presetSubtype="8" fill="hold" nodeType="withEffect">
                                  <p:stCondLst>
                                    <p:cond delay="439"/>
                                  </p:stCondLst>
                                  <p:childTnLst>
                                    <p:set>
                                      <p:cBhvr>
                                        <p:cTn id="28" dur="1" fill="hold">
                                          <p:stCondLst>
                                            <p:cond delay="0"/>
                                          </p:stCondLst>
                                        </p:cTn>
                                        <p:tgtEl>
                                          <p:spTgt spid="10"/>
                                        </p:tgtEl>
                                        <p:attrNameLst>
                                          <p:attrName>style.visibility</p:attrName>
                                        </p:attrNameLst>
                                      </p:cBhvr>
                                      <p:to>
                                        <p:strVal val="visible"/>
                                      </p:to>
                                    </p:set>
                                    <p:animEffect transition="in" filter="wipe(left)">
                                      <p:cBhvr>
                                        <p:cTn id="29" dur="900"/>
                                        <p:tgtEl>
                                          <p:spTgt spid="10"/>
                                        </p:tgtEl>
                                      </p:cBhvr>
                                    </p:animEffect>
                                  </p:childTnLst>
                                </p:cTn>
                              </p:par>
                              <p:par>
                                <p:cTn id="30" presetID="42" presetClass="entr" presetSubtype="0" fill="hold" nodeType="withEffect">
                                  <p:stCondLst>
                                    <p:cond delay="500"/>
                                  </p:stCondLst>
                                  <p:childTnLst>
                                    <p:set>
                                      <p:cBhvr>
                                        <p:cTn id="31" dur="1" fill="hold">
                                          <p:stCondLst>
                                            <p:cond delay="0"/>
                                          </p:stCondLst>
                                        </p:cTn>
                                        <p:tgtEl>
                                          <p:spTgt spid="8"/>
                                        </p:tgtEl>
                                        <p:attrNameLst>
                                          <p:attrName>style.visibility</p:attrName>
                                        </p:attrNameLst>
                                      </p:cBhvr>
                                      <p:to>
                                        <p:strVal val="visible"/>
                                      </p:to>
                                    </p:set>
                                    <p:anim calcmode="lin" valueType="num">
                                      <p:cBhvr>
                                        <p:cTn id="32" dur="700" fill="hold"/>
                                        <p:tgtEl>
                                          <p:spTgt spid="8"/>
                                        </p:tgtEl>
                                        <p:attrNameLst>
                                          <p:attrName>ppt_y</p:attrName>
                                        </p:attrNameLst>
                                      </p:cBhvr>
                                      <p:tavLst>
                                        <p:tav tm="0">
                                          <p:val>
                                            <p:strVal val="#ppt_y+.026"/>
                                          </p:val>
                                        </p:tav>
                                        <p:tav tm="100000">
                                          <p:val>
                                            <p:strVal val="#ppt_y"/>
                                          </p:val>
                                        </p:tav>
                                      </p:tavLst>
                                    </p:anim>
                                    <p:animEffect transition="in" filter="fade">
                                      <p:cBhvr>
                                        <p:cTn id="33" dur="700"/>
                                        <p:tgtEl>
                                          <p:spTgt spid="8"/>
                                        </p:tgtEl>
                                      </p:cBhvr>
                                    </p:animEffect>
                                  </p:childTnLst>
                                </p:cTn>
                              </p:par>
                              <p:par>
                                <p:cTn id="34" presetID="22" presetClass="entr" presetSubtype="8" fill="hold" nodeType="withEffect">
                                  <p:stCondLst>
                                    <p:cond delay="530"/>
                                  </p:stCondLst>
                                  <p:childTnLst>
                                    <p:set>
                                      <p:cBhvr>
                                        <p:cTn id="35" dur="1" fill="hold">
                                          <p:stCondLst>
                                            <p:cond delay="0"/>
                                          </p:stCondLst>
                                        </p:cTn>
                                        <p:tgtEl>
                                          <p:spTgt spid="11"/>
                                        </p:tgtEl>
                                        <p:attrNameLst>
                                          <p:attrName>style.visibility</p:attrName>
                                        </p:attrNameLst>
                                      </p:cBhvr>
                                      <p:to>
                                        <p:strVal val="visible"/>
                                      </p:to>
                                    </p:set>
                                    <p:animEffect transition="in" filter="wipe(left)">
                                      <p:cBhvr>
                                        <p:cTn id="36" dur="900"/>
                                        <p:tgtEl>
                                          <p:spTgt spid="11"/>
                                        </p:tgtEl>
                                      </p:cBhvr>
                                    </p:animEffect>
                                  </p:childTnLst>
                                </p:cTn>
                              </p:par>
                              <p:par>
                                <p:cTn id="37" presetID="22" presetClass="entr" presetSubtype="8" fill="hold" nodeType="withEffect">
                                  <p:stCondLst>
                                    <p:cond delay="620"/>
                                  </p:stCondLst>
                                  <p:childTnLst>
                                    <p:set>
                                      <p:cBhvr>
                                        <p:cTn id="38" dur="1" fill="hold">
                                          <p:stCondLst>
                                            <p:cond delay="0"/>
                                          </p:stCondLst>
                                        </p:cTn>
                                        <p:tgtEl>
                                          <p:spTgt spid="12"/>
                                        </p:tgtEl>
                                        <p:attrNameLst>
                                          <p:attrName>style.visibility</p:attrName>
                                        </p:attrNameLst>
                                      </p:cBhvr>
                                      <p:to>
                                        <p:strVal val="visible"/>
                                      </p:to>
                                    </p:set>
                                    <p:animEffect transition="in" filter="wipe(left)">
                                      <p:cBhvr>
                                        <p:cTn id="39" dur="900"/>
                                        <p:tgtEl>
                                          <p:spTgt spid="12"/>
                                        </p:tgtEl>
                                      </p:cBhvr>
                                    </p:animEffect>
                                  </p:childTnLst>
                                </p:cTn>
                              </p:par>
                              <p:par>
                                <p:cTn id="40" presetID="22" presetClass="entr" presetSubtype="8" fill="hold" nodeType="withEffect">
                                  <p:stCondLst>
                                    <p:cond delay="710"/>
                                  </p:stCondLst>
                                  <p:childTnLst>
                                    <p:set>
                                      <p:cBhvr>
                                        <p:cTn id="41" dur="1" fill="hold">
                                          <p:stCondLst>
                                            <p:cond delay="0"/>
                                          </p:stCondLst>
                                        </p:cTn>
                                        <p:tgtEl>
                                          <p:spTgt spid="13"/>
                                        </p:tgtEl>
                                        <p:attrNameLst>
                                          <p:attrName>style.visibility</p:attrName>
                                        </p:attrNameLst>
                                      </p:cBhvr>
                                      <p:to>
                                        <p:strVal val="visible"/>
                                      </p:to>
                                    </p:set>
                                    <p:animEffect transition="in" filter="wipe(left)">
                                      <p:cBhvr>
                                        <p:cTn id="42" dur="900"/>
                                        <p:tgtEl>
                                          <p:spTgt spid="13"/>
                                        </p:tgtEl>
                                      </p:cBhvr>
                                    </p:animEffect>
                                  </p:childTnLst>
                                </p:cTn>
                              </p:par>
                              <p:par>
                                <p:cTn id="43" presetID="22" presetClass="entr" presetSubtype="8" fill="hold" nodeType="withEffect">
                                  <p:stCondLst>
                                    <p:cond delay="799"/>
                                  </p:stCondLst>
                                  <p:childTnLst>
                                    <p:set>
                                      <p:cBhvr>
                                        <p:cTn id="44" dur="1" fill="hold">
                                          <p:stCondLst>
                                            <p:cond delay="0"/>
                                          </p:stCondLst>
                                        </p:cTn>
                                        <p:tgtEl>
                                          <p:spTgt spid="14"/>
                                        </p:tgtEl>
                                        <p:attrNameLst>
                                          <p:attrName>style.visibility</p:attrName>
                                        </p:attrNameLst>
                                      </p:cBhvr>
                                      <p:to>
                                        <p:strVal val="visible"/>
                                      </p:to>
                                    </p:set>
                                    <p:animEffect transition="in" filter="wipe(left)">
                                      <p:cBhvr>
                                        <p:cTn id="45" dur="9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Nền" descr="bg_20.jpg"/>
          <p:cNvPicPr>
            <a:picLocks noChangeAspect="1"/>
          </p:cNvPicPr>
          <p:nvPr/>
        </p:nvPicPr>
        <p:blipFill>
          <a:blip r:embed="rId3"/>
          <a:stretch>
            <a:fillRect/>
          </a:stretch>
        </p:blipFill>
        <p:spPr>
          <a:xfrm>
            <a:off x="0" y="0"/>
            <a:ext cx="12192000" cy="6858000"/>
          </a:xfrm>
          <a:prstGeom prst="rect">
            <a:avLst/>
          </a:prstGeom>
        </p:spPr>
      </p:pic>
      <p:pic>
        <p:nvPicPr>
          <p:cNvPr id="3" name="Lớp 00 · fade" descr="L_20_00.png"/>
          <p:cNvPicPr>
            <a:picLocks noChangeAspect="1"/>
          </p:cNvPicPr>
          <p:nvPr/>
        </p:nvPicPr>
        <p:blipFill>
          <a:blip r:embed="rId4"/>
          <a:stretch>
            <a:fillRect/>
          </a:stretch>
        </p:blipFill>
        <p:spPr>
          <a:xfrm>
            <a:off x="0" y="0"/>
            <a:ext cx="12192000" cy="1568450"/>
          </a:xfrm>
          <a:prstGeom prst="rect">
            <a:avLst/>
          </a:prstGeom>
        </p:spPr>
      </p:pic>
      <p:pic>
        <p:nvPicPr>
          <p:cNvPr id="4" name="Lớp 01 · float" descr="L_20_01.png"/>
          <p:cNvPicPr>
            <a:picLocks noChangeAspect="1"/>
          </p:cNvPicPr>
          <p:nvPr/>
        </p:nvPicPr>
        <p:blipFill>
          <a:blip r:embed="rId5"/>
          <a:stretch>
            <a:fillRect/>
          </a:stretch>
        </p:blipFill>
        <p:spPr>
          <a:xfrm>
            <a:off x="0" y="31750"/>
            <a:ext cx="11493500" cy="2504281"/>
          </a:xfrm>
          <a:prstGeom prst="rect">
            <a:avLst/>
          </a:prstGeom>
        </p:spPr>
      </p:pic>
      <p:pic>
        <p:nvPicPr>
          <p:cNvPr id="5" name="Lớp 02 · float" descr="L_20_02.png"/>
          <p:cNvPicPr>
            <a:picLocks noChangeAspect="1"/>
          </p:cNvPicPr>
          <p:nvPr/>
        </p:nvPicPr>
        <p:blipFill>
          <a:blip r:embed="rId6"/>
          <a:stretch>
            <a:fillRect/>
          </a:stretch>
        </p:blipFill>
        <p:spPr>
          <a:xfrm>
            <a:off x="0" y="1450280"/>
            <a:ext cx="4948734" cy="3915370"/>
          </a:xfrm>
          <a:prstGeom prst="rect">
            <a:avLst/>
          </a:prstGeom>
        </p:spPr>
      </p:pic>
      <p:pic>
        <p:nvPicPr>
          <p:cNvPr id="6" name="Lớp 03 · float" descr="L_20_03.png"/>
          <p:cNvPicPr>
            <a:picLocks noChangeAspect="1"/>
          </p:cNvPicPr>
          <p:nvPr/>
        </p:nvPicPr>
        <p:blipFill>
          <a:blip r:embed="rId7"/>
          <a:stretch>
            <a:fillRect/>
          </a:stretch>
        </p:blipFill>
        <p:spPr>
          <a:xfrm>
            <a:off x="3589834" y="1450280"/>
            <a:ext cx="5012234" cy="3915370"/>
          </a:xfrm>
          <a:prstGeom prst="rect">
            <a:avLst/>
          </a:prstGeom>
        </p:spPr>
      </p:pic>
      <p:pic>
        <p:nvPicPr>
          <p:cNvPr id="7" name="Lớp 04 · float" descr="L_20_04.png"/>
          <p:cNvPicPr>
            <a:picLocks noChangeAspect="1"/>
          </p:cNvPicPr>
          <p:nvPr/>
        </p:nvPicPr>
        <p:blipFill>
          <a:blip r:embed="rId8"/>
          <a:stretch>
            <a:fillRect/>
          </a:stretch>
        </p:blipFill>
        <p:spPr>
          <a:xfrm>
            <a:off x="7243167" y="1450280"/>
            <a:ext cx="4948833" cy="391537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5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42" presetClass="entr" presetSubtype="0" fill="hold" nodeType="withEffect">
                                  <p:stCondLst>
                                    <p:cond delay="120"/>
                                  </p:stCondLst>
                                  <p:childTnLst>
                                    <p:set>
                                      <p:cBhvr>
                                        <p:cTn id="9" dur="1" fill="hold">
                                          <p:stCondLst>
                                            <p:cond delay="0"/>
                                          </p:stCondLst>
                                        </p:cTn>
                                        <p:tgtEl>
                                          <p:spTgt spid="4"/>
                                        </p:tgtEl>
                                        <p:attrNameLst>
                                          <p:attrName>style.visibility</p:attrName>
                                        </p:attrNameLst>
                                      </p:cBhvr>
                                      <p:to>
                                        <p:strVal val="visible"/>
                                      </p:to>
                                    </p:set>
                                    <p:anim calcmode="lin" valueType="num">
                                      <p:cBhvr>
                                        <p:cTn id="10" dur="600" fill="hold"/>
                                        <p:tgtEl>
                                          <p:spTgt spid="4"/>
                                        </p:tgtEl>
                                        <p:attrNameLst>
                                          <p:attrName>ppt_y</p:attrName>
                                        </p:attrNameLst>
                                      </p:cBhvr>
                                      <p:tavLst>
                                        <p:tav tm="0">
                                          <p:val>
                                            <p:strVal val="#ppt_y+.026"/>
                                          </p:val>
                                        </p:tav>
                                        <p:tav tm="100000">
                                          <p:val>
                                            <p:strVal val="#ppt_y"/>
                                          </p:val>
                                        </p:tav>
                                      </p:tavLst>
                                    </p:anim>
                                    <p:animEffect transition="in" filter="fade">
                                      <p:cBhvr>
                                        <p:cTn id="11" dur="600"/>
                                        <p:tgtEl>
                                          <p:spTgt spid="4"/>
                                        </p:tgtEl>
                                      </p:cBhvr>
                                    </p:animEffect>
                                  </p:childTnLst>
                                </p:cTn>
                              </p:par>
                              <p:par>
                                <p:cTn id="12" presetID="42" presetClass="entr" presetSubtype="0" fill="hold" nodeType="withEffect">
                                  <p:stCondLst>
                                    <p:cond delay="300"/>
                                  </p:stCondLst>
                                  <p:childTnLst>
                                    <p:set>
                                      <p:cBhvr>
                                        <p:cTn id="13" dur="1" fill="hold">
                                          <p:stCondLst>
                                            <p:cond delay="0"/>
                                          </p:stCondLst>
                                        </p:cTn>
                                        <p:tgtEl>
                                          <p:spTgt spid="5"/>
                                        </p:tgtEl>
                                        <p:attrNameLst>
                                          <p:attrName>style.visibility</p:attrName>
                                        </p:attrNameLst>
                                      </p:cBhvr>
                                      <p:to>
                                        <p:strVal val="visible"/>
                                      </p:to>
                                    </p:set>
                                    <p:anim calcmode="lin" valueType="num">
                                      <p:cBhvr>
                                        <p:cTn id="14" dur="600" fill="hold"/>
                                        <p:tgtEl>
                                          <p:spTgt spid="5"/>
                                        </p:tgtEl>
                                        <p:attrNameLst>
                                          <p:attrName>ppt_y</p:attrName>
                                        </p:attrNameLst>
                                      </p:cBhvr>
                                      <p:tavLst>
                                        <p:tav tm="0">
                                          <p:val>
                                            <p:strVal val="#ppt_y+.026"/>
                                          </p:val>
                                        </p:tav>
                                        <p:tav tm="100000">
                                          <p:val>
                                            <p:strVal val="#ppt_y"/>
                                          </p:val>
                                        </p:tav>
                                      </p:tavLst>
                                    </p:anim>
                                    <p:animEffect transition="in" filter="fade">
                                      <p:cBhvr>
                                        <p:cTn id="15" dur="600"/>
                                        <p:tgtEl>
                                          <p:spTgt spid="5"/>
                                        </p:tgtEl>
                                      </p:cBhvr>
                                    </p:animEffect>
                                  </p:childTnLst>
                                </p:cTn>
                              </p:par>
                              <p:par>
                                <p:cTn id="16" presetID="42" presetClass="entr" presetSubtype="0" fill="hold" nodeType="withEffect">
                                  <p:stCondLst>
                                    <p:cond delay="390"/>
                                  </p:stCondLst>
                                  <p:childTnLst>
                                    <p:set>
                                      <p:cBhvr>
                                        <p:cTn id="17" dur="1" fill="hold">
                                          <p:stCondLst>
                                            <p:cond delay="0"/>
                                          </p:stCondLst>
                                        </p:cTn>
                                        <p:tgtEl>
                                          <p:spTgt spid="6"/>
                                        </p:tgtEl>
                                        <p:attrNameLst>
                                          <p:attrName>style.visibility</p:attrName>
                                        </p:attrNameLst>
                                      </p:cBhvr>
                                      <p:to>
                                        <p:strVal val="visible"/>
                                      </p:to>
                                    </p:set>
                                    <p:anim calcmode="lin" valueType="num">
                                      <p:cBhvr>
                                        <p:cTn id="18" dur="600" fill="hold"/>
                                        <p:tgtEl>
                                          <p:spTgt spid="6"/>
                                        </p:tgtEl>
                                        <p:attrNameLst>
                                          <p:attrName>ppt_y</p:attrName>
                                        </p:attrNameLst>
                                      </p:cBhvr>
                                      <p:tavLst>
                                        <p:tav tm="0">
                                          <p:val>
                                            <p:strVal val="#ppt_y+.026"/>
                                          </p:val>
                                        </p:tav>
                                        <p:tav tm="100000">
                                          <p:val>
                                            <p:strVal val="#ppt_y"/>
                                          </p:val>
                                        </p:tav>
                                      </p:tavLst>
                                    </p:anim>
                                    <p:animEffect transition="in" filter="fade">
                                      <p:cBhvr>
                                        <p:cTn id="19" dur="600"/>
                                        <p:tgtEl>
                                          <p:spTgt spid="6"/>
                                        </p:tgtEl>
                                      </p:cBhvr>
                                    </p:animEffect>
                                  </p:childTnLst>
                                </p:cTn>
                              </p:par>
                              <p:par>
                                <p:cTn id="20" presetID="42" presetClass="entr" presetSubtype="0" fill="hold" nodeType="withEffect">
                                  <p:stCondLst>
                                    <p:cond delay="480"/>
                                  </p:stCondLst>
                                  <p:childTnLst>
                                    <p:set>
                                      <p:cBhvr>
                                        <p:cTn id="21" dur="1" fill="hold">
                                          <p:stCondLst>
                                            <p:cond delay="0"/>
                                          </p:stCondLst>
                                        </p:cTn>
                                        <p:tgtEl>
                                          <p:spTgt spid="7"/>
                                        </p:tgtEl>
                                        <p:attrNameLst>
                                          <p:attrName>style.visibility</p:attrName>
                                        </p:attrNameLst>
                                      </p:cBhvr>
                                      <p:to>
                                        <p:strVal val="visible"/>
                                      </p:to>
                                    </p:set>
                                    <p:anim calcmode="lin" valueType="num">
                                      <p:cBhvr>
                                        <p:cTn id="22" dur="600" fill="hold"/>
                                        <p:tgtEl>
                                          <p:spTgt spid="7"/>
                                        </p:tgtEl>
                                        <p:attrNameLst>
                                          <p:attrName>ppt_y</p:attrName>
                                        </p:attrNameLst>
                                      </p:cBhvr>
                                      <p:tavLst>
                                        <p:tav tm="0">
                                          <p:val>
                                            <p:strVal val="#ppt_y+.026"/>
                                          </p:val>
                                        </p:tav>
                                        <p:tav tm="100000">
                                          <p:val>
                                            <p:strVal val="#ppt_y"/>
                                          </p:val>
                                        </p:tav>
                                      </p:tavLst>
                                    </p:anim>
                                    <p:animEffect transition="in" filter="fade">
                                      <p:cBhvr>
                                        <p:cTn id="23" dur="6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Nền" descr="bg_21.jpg"/>
          <p:cNvPicPr>
            <a:picLocks noChangeAspect="1"/>
          </p:cNvPicPr>
          <p:nvPr/>
        </p:nvPicPr>
        <p:blipFill>
          <a:blip r:embed="rId3"/>
          <a:stretch>
            <a:fillRect/>
          </a:stretch>
        </p:blipFill>
        <p:spPr>
          <a:xfrm>
            <a:off x="0" y="0"/>
            <a:ext cx="12192000" cy="6858000"/>
          </a:xfrm>
          <a:prstGeom prst="rect">
            <a:avLst/>
          </a:prstGeom>
        </p:spPr>
      </p:pic>
      <p:pic>
        <p:nvPicPr>
          <p:cNvPr id="3" name="Lớp 00 · fade" descr="L_21_00.png"/>
          <p:cNvPicPr>
            <a:picLocks noChangeAspect="1"/>
          </p:cNvPicPr>
          <p:nvPr/>
        </p:nvPicPr>
        <p:blipFill>
          <a:blip r:embed="rId4"/>
          <a:stretch>
            <a:fillRect/>
          </a:stretch>
        </p:blipFill>
        <p:spPr>
          <a:xfrm>
            <a:off x="0" y="0"/>
            <a:ext cx="12192000" cy="1568450"/>
          </a:xfrm>
          <a:prstGeom prst="rect">
            <a:avLst/>
          </a:prstGeom>
        </p:spPr>
      </p:pic>
      <p:pic>
        <p:nvPicPr>
          <p:cNvPr id="4" name="Lớp 01 · float" descr="L_21_01.png"/>
          <p:cNvPicPr>
            <a:picLocks noChangeAspect="1"/>
          </p:cNvPicPr>
          <p:nvPr/>
        </p:nvPicPr>
        <p:blipFill>
          <a:blip r:embed="rId5"/>
          <a:stretch>
            <a:fillRect/>
          </a:stretch>
        </p:blipFill>
        <p:spPr>
          <a:xfrm>
            <a:off x="0" y="31750"/>
            <a:ext cx="11493500" cy="2077641"/>
          </a:xfrm>
          <a:prstGeom prst="rect">
            <a:avLst/>
          </a:prstGeom>
        </p:spPr>
      </p:pic>
      <p:pic>
        <p:nvPicPr>
          <p:cNvPr id="5" name="Lớp 02 · fade" descr="L_21_02.png"/>
          <p:cNvPicPr>
            <a:picLocks noChangeAspect="1"/>
          </p:cNvPicPr>
          <p:nvPr/>
        </p:nvPicPr>
        <p:blipFill>
          <a:blip r:embed="rId6"/>
          <a:stretch>
            <a:fillRect/>
          </a:stretch>
        </p:blipFill>
        <p:spPr>
          <a:xfrm>
            <a:off x="0" y="978396"/>
            <a:ext cx="2659459" cy="1861840"/>
          </a:xfrm>
          <a:prstGeom prst="rect">
            <a:avLst/>
          </a:prstGeom>
        </p:spPr>
      </p:pic>
      <p:pic>
        <p:nvPicPr>
          <p:cNvPr id="6" name="Lớp 03 · fade" descr="L_21_03.png"/>
          <p:cNvPicPr>
            <a:picLocks noChangeAspect="1"/>
          </p:cNvPicPr>
          <p:nvPr/>
        </p:nvPicPr>
        <p:blipFill>
          <a:blip r:embed="rId7"/>
          <a:stretch>
            <a:fillRect/>
          </a:stretch>
        </p:blipFill>
        <p:spPr>
          <a:xfrm>
            <a:off x="1084659" y="978396"/>
            <a:ext cx="2722959" cy="1861840"/>
          </a:xfrm>
          <a:prstGeom prst="rect">
            <a:avLst/>
          </a:prstGeom>
        </p:spPr>
      </p:pic>
      <p:pic>
        <p:nvPicPr>
          <p:cNvPr id="7" name="Lớp 04 · fade" descr="L_21_04.png"/>
          <p:cNvPicPr>
            <a:picLocks noChangeAspect="1"/>
          </p:cNvPicPr>
          <p:nvPr/>
        </p:nvPicPr>
        <p:blipFill>
          <a:blip r:embed="rId8"/>
          <a:stretch>
            <a:fillRect/>
          </a:stretch>
        </p:blipFill>
        <p:spPr>
          <a:xfrm>
            <a:off x="0" y="978396"/>
            <a:ext cx="4381698" cy="2148880"/>
          </a:xfrm>
          <a:prstGeom prst="rect">
            <a:avLst/>
          </a:prstGeom>
        </p:spPr>
      </p:pic>
      <p:pic>
        <p:nvPicPr>
          <p:cNvPr id="8" name="Lớp 05 · fade" descr="L_21_05.png"/>
          <p:cNvPicPr>
            <a:picLocks noChangeAspect="1"/>
          </p:cNvPicPr>
          <p:nvPr/>
        </p:nvPicPr>
        <p:blipFill>
          <a:blip r:embed="rId9"/>
          <a:stretch>
            <a:fillRect/>
          </a:stretch>
        </p:blipFill>
        <p:spPr>
          <a:xfrm>
            <a:off x="510580" y="1265436"/>
            <a:ext cx="2722959" cy="1861840"/>
          </a:xfrm>
          <a:prstGeom prst="rect">
            <a:avLst/>
          </a:prstGeom>
        </p:spPr>
      </p:pic>
      <p:pic>
        <p:nvPicPr>
          <p:cNvPr id="9" name="Lớp 06 · fade" descr="L_21_06.png"/>
          <p:cNvPicPr>
            <a:picLocks noChangeAspect="1"/>
          </p:cNvPicPr>
          <p:nvPr/>
        </p:nvPicPr>
        <p:blipFill>
          <a:blip r:embed="rId10"/>
          <a:stretch>
            <a:fillRect/>
          </a:stretch>
        </p:blipFill>
        <p:spPr>
          <a:xfrm>
            <a:off x="1658739" y="1265436"/>
            <a:ext cx="2722959" cy="1861840"/>
          </a:xfrm>
          <a:prstGeom prst="rect">
            <a:avLst/>
          </a:prstGeom>
        </p:spPr>
      </p:pic>
      <p:pic>
        <p:nvPicPr>
          <p:cNvPr id="10" name="Lớp 07 · fade" descr="L_21_07.png"/>
          <p:cNvPicPr>
            <a:picLocks noChangeAspect="1"/>
          </p:cNvPicPr>
          <p:nvPr/>
        </p:nvPicPr>
        <p:blipFill>
          <a:blip r:embed="rId11"/>
          <a:stretch>
            <a:fillRect/>
          </a:stretch>
        </p:blipFill>
        <p:spPr>
          <a:xfrm>
            <a:off x="0" y="1552476"/>
            <a:ext cx="2659459" cy="1861840"/>
          </a:xfrm>
          <a:prstGeom prst="rect">
            <a:avLst/>
          </a:prstGeom>
        </p:spPr>
      </p:pic>
      <p:pic>
        <p:nvPicPr>
          <p:cNvPr id="11" name="Lớp 08 · fade" descr="L_21_08.png"/>
          <p:cNvPicPr>
            <a:picLocks noChangeAspect="1"/>
          </p:cNvPicPr>
          <p:nvPr/>
        </p:nvPicPr>
        <p:blipFill>
          <a:blip r:embed="rId12"/>
          <a:stretch>
            <a:fillRect/>
          </a:stretch>
        </p:blipFill>
        <p:spPr>
          <a:xfrm>
            <a:off x="1084659" y="1552476"/>
            <a:ext cx="2722959" cy="1861840"/>
          </a:xfrm>
          <a:prstGeom prst="rect">
            <a:avLst/>
          </a:prstGeom>
        </p:spPr>
      </p:pic>
      <p:pic>
        <p:nvPicPr>
          <p:cNvPr id="12" name="Lớp 09 · fade" descr="L_21_09.png"/>
          <p:cNvPicPr>
            <a:picLocks noChangeAspect="1"/>
          </p:cNvPicPr>
          <p:nvPr/>
        </p:nvPicPr>
        <p:blipFill>
          <a:blip r:embed="rId13"/>
          <a:stretch>
            <a:fillRect/>
          </a:stretch>
        </p:blipFill>
        <p:spPr>
          <a:xfrm>
            <a:off x="0" y="1552476"/>
            <a:ext cx="4381698" cy="2148880"/>
          </a:xfrm>
          <a:prstGeom prst="rect">
            <a:avLst/>
          </a:prstGeom>
        </p:spPr>
      </p:pic>
      <p:pic>
        <p:nvPicPr>
          <p:cNvPr id="13" name="Lớp 10 · fade" descr="L_21_10.png"/>
          <p:cNvPicPr>
            <a:picLocks noChangeAspect="1"/>
          </p:cNvPicPr>
          <p:nvPr/>
        </p:nvPicPr>
        <p:blipFill>
          <a:blip r:embed="rId14"/>
          <a:stretch>
            <a:fillRect/>
          </a:stretch>
        </p:blipFill>
        <p:spPr>
          <a:xfrm>
            <a:off x="510580" y="1839516"/>
            <a:ext cx="2722959" cy="1861840"/>
          </a:xfrm>
          <a:prstGeom prst="rect">
            <a:avLst/>
          </a:prstGeom>
        </p:spPr>
      </p:pic>
      <p:pic>
        <p:nvPicPr>
          <p:cNvPr id="14" name="Lớp 11 · fade" descr="L_21_11.png"/>
          <p:cNvPicPr>
            <a:picLocks noChangeAspect="1"/>
          </p:cNvPicPr>
          <p:nvPr/>
        </p:nvPicPr>
        <p:blipFill>
          <a:blip r:embed="rId15"/>
          <a:stretch>
            <a:fillRect/>
          </a:stretch>
        </p:blipFill>
        <p:spPr>
          <a:xfrm>
            <a:off x="1658739" y="1839516"/>
            <a:ext cx="2722959" cy="1861840"/>
          </a:xfrm>
          <a:prstGeom prst="rect">
            <a:avLst/>
          </a:prstGeom>
        </p:spPr>
      </p:pic>
      <p:pic>
        <p:nvPicPr>
          <p:cNvPr id="15" name="Lớp 12 · float" descr="L_21_12.png"/>
          <p:cNvPicPr>
            <a:picLocks noChangeAspect="1"/>
          </p:cNvPicPr>
          <p:nvPr/>
        </p:nvPicPr>
        <p:blipFill>
          <a:blip r:embed="rId16"/>
          <a:stretch>
            <a:fillRect/>
          </a:stretch>
        </p:blipFill>
        <p:spPr>
          <a:xfrm>
            <a:off x="3594100" y="1727795"/>
            <a:ext cx="8597900" cy="2286000"/>
          </a:xfrm>
          <a:prstGeom prst="rect">
            <a:avLst/>
          </a:prstGeom>
        </p:spPr>
      </p:pic>
      <p:pic>
        <p:nvPicPr>
          <p:cNvPr id="16" name="Lớp 13 · float" descr="L_21_13.png"/>
          <p:cNvPicPr>
            <a:picLocks noChangeAspect="1"/>
          </p:cNvPicPr>
          <p:nvPr/>
        </p:nvPicPr>
        <p:blipFill>
          <a:blip r:embed="rId17"/>
          <a:stretch>
            <a:fillRect/>
          </a:stretch>
        </p:blipFill>
        <p:spPr>
          <a:xfrm>
            <a:off x="3594100" y="2451695"/>
            <a:ext cx="8597900" cy="2286000"/>
          </a:xfrm>
          <a:prstGeom prst="rect">
            <a:avLst/>
          </a:prstGeom>
        </p:spPr>
      </p:pic>
      <p:pic>
        <p:nvPicPr>
          <p:cNvPr id="17" name="Lớp 14 · float" descr="L_21_14.png"/>
          <p:cNvPicPr>
            <a:picLocks noChangeAspect="1"/>
          </p:cNvPicPr>
          <p:nvPr/>
        </p:nvPicPr>
        <p:blipFill>
          <a:blip r:embed="rId18"/>
          <a:stretch>
            <a:fillRect/>
          </a:stretch>
        </p:blipFill>
        <p:spPr>
          <a:xfrm>
            <a:off x="3594100" y="3175595"/>
            <a:ext cx="8597900" cy="2279650"/>
          </a:xfrm>
          <a:prstGeom prst="rect">
            <a:avLst/>
          </a:prstGeom>
        </p:spPr>
      </p:pic>
      <p:pic>
        <p:nvPicPr>
          <p:cNvPr id="18" name="Lớp 15 · fade" descr="L_21_15.png"/>
          <p:cNvPicPr>
            <a:picLocks noChangeAspect="1"/>
          </p:cNvPicPr>
          <p:nvPr/>
        </p:nvPicPr>
        <p:blipFill>
          <a:blip r:embed="rId19"/>
          <a:stretch>
            <a:fillRect/>
          </a:stretch>
        </p:blipFill>
        <p:spPr>
          <a:xfrm>
            <a:off x="3594100" y="3893145"/>
            <a:ext cx="8597900" cy="20066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5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42" presetClass="entr" presetSubtype="0" fill="hold" nodeType="withEffect">
                                  <p:stCondLst>
                                    <p:cond delay="120"/>
                                  </p:stCondLst>
                                  <p:childTnLst>
                                    <p:set>
                                      <p:cBhvr>
                                        <p:cTn id="9" dur="1" fill="hold">
                                          <p:stCondLst>
                                            <p:cond delay="0"/>
                                          </p:stCondLst>
                                        </p:cTn>
                                        <p:tgtEl>
                                          <p:spTgt spid="4"/>
                                        </p:tgtEl>
                                        <p:attrNameLst>
                                          <p:attrName>style.visibility</p:attrName>
                                        </p:attrNameLst>
                                      </p:cBhvr>
                                      <p:to>
                                        <p:strVal val="visible"/>
                                      </p:to>
                                    </p:set>
                                    <p:anim calcmode="lin" valueType="num">
                                      <p:cBhvr>
                                        <p:cTn id="10" dur="600" fill="hold"/>
                                        <p:tgtEl>
                                          <p:spTgt spid="4"/>
                                        </p:tgtEl>
                                        <p:attrNameLst>
                                          <p:attrName>ppt_y</p:attrName>
                                        </p:attrNameLst>
                                      </p:cBhvr>
                                      <p:tavLst>
                                        <p:tav tm="0">
                                          <p:val>
                                            <p:strVal val="#ppt_y+.026"/>
                                          </p:val>
                                        </p:tav>
                                        <p:tav tm="100000">
                                          <p:val>
                                            <p:strVal val="#ppt_y"/>
                                          </p:val>
                                        </p:tav>
                                      </p:tavLst>
                                    </p:anim>
                                    <p:animEffect transition="in" filter="fade">
                                      <p:cBhvr>
                                        <p:cTn id="11" dur="600"/>
                                        <p:tgtEl>
                                          <p:spTgt spid="4"/>
                                        </p:tgtEl>
                                      </p:cBhvr>
                                    </p:animEffect>
                                  </p:childTnLst>
                                </p:cTn>
                              </p:par>
                              <p:par>
                                <p:cTn id="12" presetID="10" presetClass="entr" presetSubtype="0" fill="hold" nodeType="withEffect">
                                  <p:stCondLst>
                                    <p:cond delay="30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340"/>
                                        <p:tgtEl>
                                          <p:spTgt spid="5"/>
                                        </p:tgtEl>
                                      </p:cBhvr>
                                    </p:animEffect>
                                  </p:childTnLst>
                                </p:cTn>
                              </p:par>
                              <p:par>
                                <p:cTn id="15" presetID="42" presetClass="entr" presetSubtype="0" fill="hold" nodeType="withEffect">
                                  <p:stCondLst>
                                    <p:cond delay="300"/>
                                  </p:stCondLst>
                                  <p:childTnLst>
                                    <p:set>
                                      <p:cBhvr>
                                        <p:cTn id="16" dur="1" fill="hold">
                                          <p:stCondLst>
                                            <p:cond delay="0"/>
                                          </p:stCondLst>
                                        </p:cTn>
                                        <p:tgtEl>
                                          <p:spTgt spid="15"/>
                                        </p:tgtEl>
                                        <p:attrNameLst>
                                          <p:attrName>style.visibility</p:attrName>
                                        </p:attrNameLst>
                                      </p:cBhvr>
                                      <p:to>
                                        <p:strVal val="visible"/>
                                      </p:to>
                                    </p:set>
                                    <p:anim calcmode="lin" valueType="num">
                                      <p:cBhvr>
                                        <p:cTn id="17" dur="700" fill="hold"/>
                                        <p:tgtEl>
                                          <p:spTgt spid="15"/>
                                        </p:tgtEl>
                                        <p:attrNameLst>
                                          <p:attrName>ppt_y</p:attrName>
                                        </p:attrNameLst>
                                      </p:cBhvr>
                                      <p:tavLst>
                                        <p:tav tm="0">
                                          <p:val>
                                            <p:strVal val="#ppt_y+.026"/>
                                          </p:val>
                                        </p:tav>
                                        <p:tav tm="100000">
                                          <p:val>
                                            <p:strVal val="#ppt_y"/>
                                          </p:val>
                                        </p:tav>
                                      </p:tavLst>
                                    </p:anim>
                                    <p:animEffect transition="in" filter="fade">
                                      <p:cBhvr>
                                        <p:cTn id="18" dur="700"/>
                                        <p:tgtEl>
                                          <p:spTgt spid="15"/>
                                        </p:tgtEl>
                                      </p:cBhvr>
                                    </p:animEffect>
                                  </p:childTnLst>
                                </p:cTn>
                              </p:par>
                              <p:par>
                                <p:cTn id="19" presetID="10" presetClass="entr" presetSubtype="0" fill="hold" nodeType="withEffect">
                                  <p:stCondLst>
                                    <p:cond delay="420"/>
                                  </p:stCondLst>
                                  <p:childTnLst>
                                    <p:set>
                                      <p:cBhvr>
                                        <p:cTn id="20" dur="1" fill="hold">
                                          <p:stCondLst>
                                            <p:cond delay="0"/>
                                          </p:stCondLst>
                                        </p:cTn>
                                        <p:tgtEl>
                                          <p:spTgt spid="6"/>
                                        </p:tgtEl>
                                        <p:attrNameLst>
                                          <p:attrName>style.visibility</p:attrName>
                                        </p:attrNameLst>
                                      </p:cBhvr>
                                      <p:to>
                                        <p:strVal val="visible"/>
                                      </p:to>
                                    </p:set>
                                    <p:animEffect transition="in" filter="fade">
                                      <p:cBhvr>
                                        <p:cTn id="21" dur="340"/>
                                        <p:tgtEl>
                                          <p:spTgt spid="6"/>
                                        </p:tgtEl>
                                      </p:cBhvr>
                                    </p:animEffect>
                                  </p:childTnLst>
                                </p:cTn>
                              </p:par>
                              <p:par>
                                <p:cTn id="22" presetID="42" presetClass="entr" presetSubtype="0" fill="hold" nodeType="withEffect">
                                  <p:stCondLst>
                                    <p:cond delay="450"/>
                                  </p:stCondLst>
                                  <p:childTnLst>
                                    <p:set>
                                      <p:cBhvr>
                                        <p:cTn id="23" dur="1" fill="hold">
                                          <p:stCondLst>
                                            <p:cond delay="0"/>
                                          </p:stCondLst>
                                        </p:cTn>
                                        <p:tgtEl>
                                          <p:spTgt spid="16"/>
                                        </p:tgtEl>
                                        <p:attrNameLst>
                                          <p:attrName>style.visibility</p:attrName>
                                        </p:attrNameLst>
                                      </p:cBhvr>
                                      <p:to>
                                        <p:strVal val="visible"/>
                                      </p:to>
                                    </p:set>
                                    <p:anim calcmode="lin" valueType="num">
                                      <p:cBhvr>
                                        <p:cTn id="24" dur="700" fill="hold"/>
                                        <p:tgtEl>
                                          <p:spTgt spid="16"/>
                                        </p:tgtEl>
                                        <p:attrNameLst>
                                          <p:attrName>ppt_y</p:attrName>
                                        </p:attrNameLst>
                                      </p:cBhvr>
                                      <p:tavLst>
                                        <p:tav tm="0">
                                          <p:val>
                                            <p:strVal val="#ppt_y+.026"/>
                                          </p:val>
                                        </p:tav>
                                        <p:tav tm="100000">
                                          <p:val>
                                            <p:strVal val="#ppt_y"/>
                                          </p:val>
                                        </p:tav>
                                      </p:tavLst>
                                    </p:anim>
                                    <p:animEffect transition="in" filter="fade">
                                      <p:cBhvr>
                                        <p:cTn id="25" dur="700"/>
                                        <p:tgtEl>
                                          <p:spTgt spid="16"/>
                                        </p:tgtEl>
                                      </p:cBhvr>
                                    </p:animEffect>
                                  </p:childTnLst>
                                </p:cTn>
                              </p:par>
                              <p:par>
                                <p:cTn id="26" presetID="10" presetClass="entr" presetSubtype="0" fill="hold" nodeType="withEffect">
                                  <p:stCondLst>
                                    <p:cond delay="540"/>
                                  </p:stCondLst>
                                  <p:childTnLst>
                                    <p:set>
                                      <p:cBhvr>
                                        <p:cTn id="27" dur="1" fill="hold">
                                          <p:stCondLst>
                                            <p:cond delay="0"/>
                                          </p:stCondLst>
                                        </p:cTn>
                                        <p:tgtEl>
                                          <p:spTgt spid="7"/>
                                        </p:tgtEl>
                                        <p:attrNameLst>
                                          <p:attrName>style.visibility</p:attrName>
                                        </p:attrNameLst>
                                      </p:cBhvr>
                                      <p:to>
                                        <p:strVal val="visible"/>
                                      </p:to>
                                    </p:set>
                                    <p:animEffect transition="in" filter="fade">
                                      <p:cBhvr>
                                        <p:cTn id="28" dur="339"/>
                                        <p:tgtEl>
                                          <p:spTgt spid="7"/>
                                        </p:tgtEl>
                                      </p:cBhvr>
                                    </p:animEffect>
                                  </p:childTnLst>
                                </p:cTn>
                              </p:par>
                              <p:par>
                                <p:cTn id="29" presetID="42" presetClass="entr" presetSubtype="0" fill="hold" nodeType="withEffect">
                                  <p:stCondLst>
                                    <p:cond delay="600"/>
                                  </p:stCondLst>
                                  <p:childTnLst>
                                    <p:set>
                                      <p:cBhvr>
                                        <p:cTn id="30" dur="1" fill="hold">
                                          <p:stCondLst>
                                            <p:cond delay="0"/>
                                          </p:stCondLst>
                                        </p:cTn>
                                        <p:tgtEl>
                                          <p:spTgt spid="17"/>
                                        </p:tgtEl>
                                        <p:attrNameLst>
                                          <p:attrName>style.visibility</p:attrName>
                                        </p:attrNameLst>
                                      </p:cBhvr>
                                      <p:to>
                                        <p:strVal val="visible"/>
                                      </p:to>
                                    </p:set>
                                    <p:anim calcmode="lin" valueType="num">
                                      <p:cBhvr>
                                        <p:cTn id="31" dur="700" fill="hold"/>
                                        <p:tgtEl>
                                          <p:spTgt spid="17"/>
                                        </p:tgtEl>
                                        <p:attrNameLst>
                                          <p:attrName>ppt_y</p:attrName>
                                        </p:attrNameLst>
                                      </p:cBhvr>
                                      <p:tavLst>
                                        <p:tav tm="0">
                                          <p:val>
                                            <p:strVal val="#ppt_y+.026"/>
                                          </p:val>
                                        </p:tav>
                                        <p:tav tm="100000">
                                          <p:val>
                                            <p:strVal val="#ppt_y"/>
                                          </p:val>
                                        </p:tav>
                                      </p:tavLst>
                                    </p:anim>
                                    <p:animEffect transition="in" filter="fade">
                                      <p:cBhvr>
                                        <p:cTn id="32" dur="700"/>
                                        <p:tgtEl>
                                          <p:spTgt spid="17"/>
                                        </p:tgtEl>
                                      </p:cBhvr>
                                    </p:animEffect>
                                  </p:childTnLst>
                                </p:cTn>
                              </p:par>
                              <p:par>
                                <p:cTn id="33" presetID="10" presetClass="entr" presetSubtype="0" fill="hold" nodeType="withEffect">
                                  <p:stCondLst>
                                    <p:cond delay="659"/>
                                  </p:stCondLst>
                                  <p:childTnLst>
                                    <p:set>
                                      <p:cBhvr>
                                        <p:cTn id="34" dur="1" fill="hold">
                                          <p:stCondLst>
                                            <p:cond delay="0"/>
                                          </p:stCondLst>
                                        </p:cTn>
                                        <p:tgtEl>
                                          <p:spTgt spid="8"/>
                                        </p:tgtEl>
                                        <p:attrNameLst>
                                          <p:attrName>style.visibility</p:attrName>
                                        </p:attrNameLst>
                                      </p:cBhvr>
                                      <p:to>
                                        <p:strVal val="visible"/>
                                      </p:to>
                                    </p:set>
                                    <p:animEffect transition="in" filter="fade">
                                      <p:cBhvr>
                                        <p:cTn id="35" dur="340"/>
                                        <p:tgtEl>
                                          <p:spTgt spid="8"/>
                                        </p:tgtEl>
                                      </p:cBhvr>
                                    </p:animEffect>
                                  </p:childTnLst>
                                </p:cTn>
                              </p:par>
                              <p:par>
                                <p:cTn id="36" presetID="10" presetClass="entr" presetSubtype="0" fill="hold" nodeType="withEffect">
                                  <p:stCondLst>
                                    <p:cond delay="780"/>
                                  </p:stCondLst>
                                  <p:childTnLst>
                                    <p:set>
                                      <p:cBhvr>
                                        <p:cTn id="37" dur="1" fill="hold">
                                          <p:stCondLst>
                                            <p:cond delay="0"/>
                                          </p:stCondLst>
                                        </p:cTn>
                                        <p:tgtEl>
                                          <p:spTgt spid="9"/>
                                        </p:tgtEl>
                                        <p:attrNameLst>
                                          <p:attrName>style.visibility</p:attrName>
                                        </p:attrNameLst>
                                      </p:cBhvr>
                                      <p:to>
                                        <p:strVal val="visible"/>
                                      </p:to>
                                    </p:set>
                                    <p:animEffect transition="in" filter="fade">
                                      <p:cBhvr>
                                        <p:cTn id="38" dur="339"/>
                                        <p:tgtEl>
                                          <p:spTgt spid="9"/>
                                        </p:tgtEl>
                                      </p:cBhvr>
                                    </p:animEffect>
                                  </p:childTnLst>
                                </p:cTn>
                              </p:par>
                              <p:par>
                                <p:cTn id="39" presetID="10" presetClass="entr" presetSubtype="0" fill="hold" nodeType="withEffect">
                                  <p:stCondLst>
                                    <p:cond delay="899"/>
                                  </p:stCondLst>
                                  <p:childTnLst>
                                    <p:set>
                                      <p:cBhvr>
                                        <p:cTn id="40" dur="1" fill="hold">
                                          <p:stCondLst>
                                            <p:cond delay="0"/>
                                          </p:stCondLst>
                                        </p:cTn>
                                        <p:tgtEl>
                                          <p:spTgt spid="10"/>
                                        </p:tgtEl>
                                        <p:attrNameLst>
                                          <p:attrName>style.visibility</p:attrName>
                                        </p:attrNameLst>
                                      </p:cBhvr>
                                      <p:to>
                                        <p:strVal val="visible"/>
                                      </p:to>
                                    </p:set>
                                    <p:animEffect transition="in" filter="fade">
                                      <p:cBhvr>
                                        <p:cTn id="41" dur="340"/>
                                        <p:tgtEl>
                                          <p:spTgt spid="10"/>
                                        </p:tgtEl>
                                      </p:cBhvr>
                                    </p:animEffect>
                                  </p:childTnLst>
                                </p:cTn>
                              </p:par>
                              <p:par>
                                <p:cTn id="42" presetID="10" presetClass="entr" presetSubtype="0" fill="hold" nodeType="withEffect">
                                  <p:stCondLst>
                                    <p:cond delay="900"/>
                                  </p:stCondLst>
                                  <p:childTnLst>
                                    <p:set>
                                      <p:cBhvr>
                                        <p:cTn id="43" dur="1" fill="hold">
                                          <p:stCondLst>
                                            <p:cond delay="0"/>
                                          </p:stCondLst>
                                        </p:cTn>
                                        <p:tgtEl>
                                          <p:spTgt spid="18"/>
                                        </p:tgtEl>
                                        <p:attrNameLst>
                                          <p:attrName>style.visibility</p:attrName>
                                        </p:attrNameLst>
                                      </p:cBhvr>
                                      <p:to>
                                        <p:strVal val="visible"/>
                                      </p:to>
                                    </p:set>
                                    <p:animEffect transition="in" filter="fade">
                                      <p:cBhvr>
                                        <p:cTn id="44" dur="700"/>
                                        <p:tgtEl>
                                          <p:spTgt spid="18"/>
                                        </p:tgtEl>
                                      </p:cBhvr>
                                    </p:animEffect>
                                  </p:childTnLst>
                                </p:cTn>
                              </p:par>
                              <p:par>
                                <p:cTn id="45" presetID="10" presetClass="entr" presetSubtype="0" fill="hold" nodeType="withEffect">
                                  <p:stCondLst>
                                    <p:cond delay="1020"/>
                                  </p:stCondLst>
                                  <p:childTnLst>
                                    <p:set>
                                      <p:cBhvr>
                                        <p:cTn id="46" dur="1" fill="hold">
                                          <p:stCondLst>
                                            <p:cond delay="0"/>
                                          </p:stCondLst>
                                        </p:cTn>
                                        <p:tgtEl>
                                          <p:spTgt spid="11"/>
                                        </p:tgtEl>
                                        <p:attrNameLst>
                                          <p:attrName>style.visibility</p:attrName>
                                        </p:attrNameLst>
                                      </p:cBhvr>
                                      <p:to>
                                        <p:strVal val="visible"/>
                                      </p:to>
                                    </p:set>
                                    <p:animEffect transition="in" filter="fade">
                                      <p:cBhvr>
                                        <p:cTn id="47" dur="339"/>
                                        <p:tgtEl>
                                          <p:spTgt spid="11"/>
                                        </p:tgtEl>
                                      </p:cBhvr>
                                    </p:animEffect>
                                  </p:childTnLst>
                                </p:cTn>
                              </p:par>
                              <p:par>
                                <p:cTn id="48" presetID="10" presetClass="entr" presetSubtype="0" fill="hold" nodeType="withEffect">
                                  <p:stCondLst>
                                    <p:cond delay="1140"/>
                                  </p:stCondLst>
                                  <p:childTnLst>
                                    <p:set>
                                      <p:cBhvr>
                                        <p:cTn id="49" dur="1" fill="hold">
                                          <p:stCondLst>
                                            <p:cond delay="0"/>
                                          </p:stCondLst>
                                        </p:cTn>
                                        <p:tgtEl>
                                          <p:spTgt spid="12"/>
                                        </p:tgtEl>
                                        <p:attrNameLst>
                                          <p:attrName>style.visibility</p:attrName>
                                        </p:attrNameLst>
                                      </p:cBhvr>
                                      <p:to>
                                        <p:strVal val="visible"/>
                                      </p:to>
                                    </p:set>
                                    <p:animEffect transition="in" filter="fade">
                                      <p:cBhvr>
                                        <p:cTn id="50" dur="340"/>
                                        <p:tgtEl>
                                          <p:spTgt spid="12"/>
                                        </p:tgtEl>
                                      </p:cBhvr>
                                    </p:animEffect>
                                  </p:childTnLst>
                                </p:cTn>
                              </p:par>
                              <p:par>
                                <p:cTn id="51" presetID="10" presetClass="entr" presetSubtype="0" fill="hold" nodeType="withEffect">
                                  <p:stCondLst>
                                    <p:cond delay="1260"/>
                                  </p:stCondLst>
                                  <p:childTnLst>
                                    <p:set>
                                      <p:cBhvr>
                                        <p:cTn id="52" dur="1" fill="hold">
                                          <p:stCondLst>
                                            <p:cond delay="0"/>
                                          </p:stCondLst>
                                        </p:cTn>
                                        <p:tgtEl>
                                          <p:spTgt spid="13"/>
                                        </p:tgtEl>
                                        <p:attrNameLst>
                                          <p:attrName>style.visibility</p:attrName>
                                        </p:attrNameLst>
                                      </p:cBhvr>
                                      <p:to>
                                        <p:strVal val="visible"/>
                                      </p:to>
                                    </p:set>
                                    <p:animEffect transition="in" filter="fade">
                                      <p:cBhvr>
                                        <p:cTn id="53" dur="340"/>
                                        <p:tgtEl>
                                          <p:spTgt spid="13"/>
                                        </p:tgtEl>
                                      </p:cBhvr>
                                    </p:animEffect>
                                  </p:childTnLst>
                                </p:cTn>
                              </p:par>
                              <p:par>
                                <p:cTn id="54" presetID="10" presetClass="entr" presetSubtype="0" fill="hold" nodeType="withEffect">
                                  <p:stCondLst>
                                    <p:cond delay="1380"/>
                                  </p:stCondLst>
                                  <p:childTnLst>
                                    <p:set>
                                      <p:cBhvr>
                                        <p:cTn id="55" dur="1" fill="hold">
                                          <p:stCondLst>
                                            <p:cond delay="0"/>
                                          </p:stCondLst>
                                        </p:cTn>
                                        <p:tgtEl>
                                          <p:spTgt spid="14"/>
                                        </p:tgtEl>
                                        <p:attrNameLst>
                                          <p:attrName>style.visibility</p:attrName>
                                        </p:attrNameLst>
                                      </p:cBhvr>
                                      <p:to>
                                        <p:strVal val="visible"/>
                                      </p:to>
                                    </p:set>
                                    <p:animEffect transition="in" filter="fade">
                                      <p:cBhvr>
                                        <p:cTn id="56" dur="339"/>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Nền" descr="bg_22.jpg"/>
          <p:cNvPicPr>
            <a:picLocks noChangeAspect="1"/>
          </p:cNvPicPr>
          <p:nvPr/>
        </p:nvPicPr>
        <p:blipFill>
          <a:blip r:embed="rId3"/>
          <a:stretch>
            <a:fillRect/>
          </a:stretch>
        </p:blipFill>
        <p:spPr>
          <a:xfrm>
            <a:off x="0" y="0"/>
            <a:ext cx="12192000" cy="6858000"/>
          </a:xfrm>
          <a:prstGeom prst="rect">
            <a:avLst/>
          </a:prstGeom>
        </p:spPr>
      </p:pic>
      <p:pic>
        <p:nvPicPr>
          <p:cNvPr id="3" name="Lớp 00 · fade" descr="L_22_00.png"/>
          <p:cNvPicPr>
            <a:picLocks noChangeAspect="1"/>
          </p:cNvPicPr>
          <p:nvPr/>
        </p:nvPicPr>
        <p:blipFill>
          <a:blip r:embed="rId4"/>
          <a:stretch>
            <a:fillRect/>
          </a:stretch>
        </p:blipFill>
        <p:spPr>
          <a:xfrm>
            <a:off x="0" y="0"/>
            <a:ext cx="12192000" cy="1568450"/>
          </a:xfrm>
          <a:prstGeom prst="rect">
            <a:avLst/>
          </a:prstGeom>
        </p:spPr>
      </p:pic>
      <p:pic>
        <p:nvPicPr>
          <p:cNvPr id="4" name="Lớp 01 · float" descr="L_22_01.png"/>
          <p:cNvPicPr>
            <a:picLocks noChangeAspect="1"/>
          </p:cNvPicPr>
          <p:nvPr/>
        </p:nvPicPr>
        <p:blipFill>
          <a:blip r:embed="rId5"/>
          <a:stretch>
            <a:fillRect/>
          </a:stretch>
        </p:blipFill>
        <p:spPr>
          <a:xfrm>
            <a:off x="0" y="31750"/>
            <a:ext cx="11493500" cy="2077641"/>
          </a:xfrm>
          <a:prstGeom prst="rect">
            <a:avLst/>
          </a:prstGeom>
        </p:spPr>
      </p:pic>
      <p:pic>
        <p:nvPicPr>
          <p:cNvPr id="5" name="Lớp 02 · float" descr="L_22_02.png"/>
          <p:cNvPicPr>
            <a:picLocks noChangeAspect="1"/>
          </p:cNvPicPr>
          <p:nvPr/>
        </p:nvPicPr>
        <p:blipFill>
          <a:blip r:embed="rId6"/>
          <a:stretch>
            <a:fillRect/>
          </a:stretch>
        </p:blipFill>
        <p:spPr>
          <a:xfrm>
            <a:off x="0" y="909836"/>
            <a:ext cx="3589040" cy="5121970"/>
          </a:xfrm>
          <a:prstGeom prst="rect">
            <a:avLst/>
          </a:prstGeom>
        </p:spPr>
      </p:pic>
      <p:pic>
        <p:nvPicPr>
          <p:cNvPr id="6" name="Lớp 03 · float" descr="L_22_03.png"/>
          <p:cNvPicPr>
            <a:picLocks noChangeAspect="1"/>
          </p:cNvPicPr>
          <p:nvPr/>
        </p:nvPicPr>
        <p:blipFill>
          <a:blip r:embed="rId7"/>
          <a:stretch>
            <a:fillRect/>
          </a:stretch>
        </p:blipFill>
        <p:spPr>
          <a:xfrm>
            <a:off x="2103140" y="909836"/>
            <a:ext cx="3652540" cy="5121970"/>
          </a:xfrm>
          <a:prstGeom prst="rect">
            <a:avLst/>
          </a:prstGeom>
        </p:spPr>
      </p:pic>
      <p:pic>
        <p:nvPicPr>
          <p:cNvPr id="7" name="Lớp 04 · float" descr="L_22_04.png"/>
          <p:cNvPicPr>
            <a:picLocks noChangeAspect="1"/>
          </p:cNvPicPr>
          <p:nvPr/>
        </p:nvPicPr>
        <p:blipFill>
          <a:blip r:embed="rId8"/>
          <a:stretch>
            <a:fillRect/>
          </a:stretch>
        </p:blipFill>
        <p:spPr>
          <a:xfrm>
            <a:off x="4269780" y="909836"/>
            <a:ext cx="3652540" cy="5121970"/>
          </a:xfrm>
          <a:prstGeom prst="rect">
            <a:avLst/>
          </a:prstGeom>
        </p:spPr>
      </p:pic>
      <p:pic>
        <p:nvPicPr>
          <p:cNvPr id="8" name="Lớp 05 · float" descr="L_22_05.png"/>
          <p:cNvPicPr>
            <a:picLocks noChangeAspect="1"/>
          </p:cNvPicPr>
          <p:nvPr/>
        </p:nvPicPr>
        <p:blipFill>
          <a:blip r:embed="rId9"/>
          <a:stretch>
            <a:fillRect/>
          </a:stretch>
        </p:blipFill>
        <p:spPr>
          <a:xfrm>
            <a:off x="6436420" y="909836"/>
            <a:ext cx="3652540" cy="5121970"/>
          </a:xfrm>
          <a:prstGeom prst="rect">
            <a:avLst/>
          </a:prstGeom>
        </p:spPr>
      </p:pic>
      <p:pic>
        <p:nvPicPr>
          <p:cNvPr id="9" name="Lớp 06 · float" descr="L_22_06.png"/>
          <p:cNvPicPr>
            <a:picLocks noChangeAspect="1"/>
          </p:cNvPicPr>
          <p:nvPr/>
        </p:nvPicPr>
        <p:blipFill>
          <a:blip r:embed="rId10"/>
          <a:stretch>
            <a:fillRect/>
          </a:stretch>
        </p:blipFill>
        <p:spPr>
          <a:xfrm>
            <a:off x="8603059" y="909836"/>
            <a:ext cx="3588941" cy="512197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5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42" presetClass="entr" presetSubtype="0" fill="hold" nodeType="withEffect">
                                  <p:stCondLst>
                                    <p:cond delay="120"/>
                                  </p:stCondLst>
                                  <p:childTnLst>
                                    <p:set>
                                      <p:cBhvr>
                                        <p:cTn id="9" dur="1" fill="hold">
                                          <p:stCondLst>
                                            <p:cond delay="0"/>
                                          </p:stCondLst>
                                        </p:cTn>
                                        <p:tgtEl>
                                          <p:spTgt spid="4"/>
                                        </p:tgtEl>
                                        <p:attrNameLst>
                                          <p:attrName>style.visibility</p:attrName>
                                        </p:attrNameLst>
                                      </p:cBhvr>
                                      <p:to>
                                        <p:strVal val="visible"/>
                                      </p:to>
                                    </p:set>
                                    <p:anim calcmode="lin" valueType="num">
                                      <p:cBhvr>
                                        <p:cTn id="10" dur="600" fill="hold"/>
                                        <p:tgtEl>
                                          <p:spTgt spid="4"/>
                                        </p:tgtEl>
                                        <p:attrNameLst>
                                          <p:attrName>ppt_y</p:attrName>
                                        </p:attrNameLst>
                                      </p:cBhvr>
                                      <p:tavLst>
                                        <p:tav tm="0">
                                          <p:val>
                                            <p:strVal val="#ppt_y+.026"/>
                                          </p:val>
                                        </p:tav>
                                        <p:tav tm="100000">
                                          <p:val>
                                            <p:strVal val="#ppt_y"/>
                                          </p:val>
                                        </p:tav>
                                      </p:tavLst>
                                    </p:anim>
                                    <p:animEffect transition="in" filter="fade">
                                      <p:cBhvr>
                                        <p:cTn id="11" dur="600"/>
                                        <p:tgtEl>
                                          <p:spTgt spid="4"/>
                                        </p:tgtEl>
                                      </p:cBhvr>
                                    </p:animEffect>
                                  </p:childTnLst>
                                </p:cTn>
                              </p:par>
                              <p:par>
                                <p:cTn id="12" presetID="42" presetClass="entr" presetSubtype="0" fill="hold" nodeType="withEffect">
                                  <p:stCondLst>
                                    <p:cond delay="300"/>
                                  </p:stCondLst>
                                  <p:childTnLst>
                                    <p:set>
                                      <p:cBhvr>
                                        <p:cTn id="13" dur="1" fill="hold">
                                          <p:stCondLst>
                                            <p:cond delay="0"/>
                                          </p:stCondLst>
                                        </p:cTn>
                                        <p:tgtEl>
                                          <p:spTgt spid="5"/>
                                        </p:tgtEl>
                                        <p:attrNameLst>
                                          <p:attrName>style.visibility</p:attrName>
                                        </p:attrNameLst>
                                      </p:cBhvr>
                                      <p:to>
                                        <p:strVal val="visible"/>
                                      </p:to>
                                    </p:set>
                                    <p:anim calcmode="lin" valueType="num">
                                      <p:cBhvr>
                                        <p:cTn id="14" dur="600" fill="hold"/>
                                        <p:tgtEl>
                                          <p:spTgt spid="5"/>
                                        </p:tgtEl>
                                        <p:attrNameLst>
                                          <p:attrName>ppt_y</p:attrName>
                                        </p:attrNameLst>
                                      </p:cBhvr>
                                      <p:tavLst>
                                        <p:tav tm="0">
                                          <p:val>
                                            <p:strVal val="#ppt_y+.026"/>
                                          </p:val>
                                        </p:tav>
                                        <p:tav tm="100000">
                                          <p:val>
                                            <p:strVal val="#ppt_y"/>
                                          </p:val>
                                        </p:tav>
                                      </p:tavLst>
                                    </p:anim>
                                    <p:animEffect transition="in" filter="fade">
                                      <p:cBhvr>
                                        <p:cTn id="15" dur="600"/>
                                        <p:tgtEl>
                                          <p:spTgt spid="5"/>
                                        </p:tgtEl>
                                      </p:cBhvr>
                                    </p:animEffect>
                                  </p:childTnLst>
                                </p:cTn>
                              </p:par>
                              <p:par>
                                <p:cTn id="16" presetID="42" presetClass="entr" presetSubtype="0" fill="hold" nodeType="withEffect">
                                  <p:stCondLst>
                                    <p:cond delay="390"/>
                                  </p:stCondLst>
                                  <p:childTnLst>
                                    <p:set>
                                      <p:cBhvr>
                                        <p:cTn id="17" dur="1" fill="hold">
                                          <p:stCondLst>
                                            <p:cond delay="0"/>
                                          </p:stCondLst>
                                        </p:cTn>
                                        <p:tgtEl>
                                          <p:spTgt spid="6"/>
                                        </p:tgtEl>
                                        <p:attrNameLst>
                                          <p:attrName>style.visibility</p:attrName>
                                        </p:attrNameLst>
                                      </p:cBhvr>
                                      <p:to>
                                        <p:strVal val="visible"/>
                                      </p:to>
                                    </p:set>
                                    <p:anim calcmode="lin" valueType="num">
                                      <p:cBhvr>
                                        <p:cTn id="18" dur="600" fill="hold"/>
                                        <p:tgtEl>
                                          <p:spTgt spid="6"/>
                                        </p:tgtEl>
                                        <p:attrNameLst>
                                          <p:attrName>ppt_y</p:attrName>
                                        </p:attrNameLst>
                                      </p:cBhvr>
                                      <p:tavLst>
                                        <p:tav tm="0">
                                          <p:val>
                                            <p:strVal val="#ppt_y+.026"/>
                                          </p:val>
                                        </p:tav>
                                        <p:tav tm="100000">
                                          <p:val>
                                            <p:strVal val="#ppt_y"/>
                                          </p:val>
                                        </p:tav>
                                      </p:tavLst>
                                    </p:anim>
                                    <p:animEffect transition="in" filter="fade">
                                      <p:cBhvr>
                                        <p:cTn id="19" dur="600"/>
                                        <p:tgtEl>
                                          <p:spTgt spid="6"/>
                                        </p:tgtEl>
                                      </p:cBhvr>
                                    </p:animEffect>
                                  </p:childTnLst>
                                </p:cTn>
                              </p:par>
                              <p:par>
                                <p:cTn id="20" presetID="42" presetClass="entr" presetSubtype="0" fill="hold" nodeType="withEffect">
                                  <p:stCondLst>
                                    <p:cond delay="480"/>
                                  </p:stCondLst>
                                  <p:childTnLst>
                                    <p:set>
                                      <p:cBhvr>
                                        <p:cTn id="21" dur="1" fill="hold">
                                          <p:stCondLst>
                                            <p:cond delay="0"/>
                                          </p:stCondLst>
                                        </p:cTn>
                                        <p:tgtEl>
                                          <p:spTgt spid="7"/>
                                        </p:tgtEl>
                                        <p:attrNameLst>
                                          <p:attrName>style.visibility</p:attrName>
                                        </p:attrNameLst>
                                      </p:cBhvr>
                                      <p:to>
                                        <p:strVal val="visible"/>
                                      </p:to>
                                    </p:set>
                                    <p:anim calcmode="lin" valueType="num">
                                      <p:cBhvr>
                                        <p:cTn id="22" dur="600" fill="hold"/>
                                        <p:tgtEl>
                                          <p:spTgt spid="7"/>
                                        </p:tgtEl>
                                        <p:attrNameLst>
                                          <p:attrName>ppt_y</p:attrName>
                                        </p:attrNameLst>
                                      </p:cBhvr>
                                      <p:tavLst>
                                        <p:tav tm="0">
                                          <p:val>
                                            <p:strVal val="#ppt_y+.026"/>
                                          </p:val>
                                        </p:tav>
                                        <p:tav tm="100000">
                                          <p:val>
                                            <p:strVal val="#ppt_y"/>
                                          </p:val>
                                        </p:tav>
                                      </p:tavLst>
                                    </p:anim>
                                    <p:animEffect transition="in" filter="fade">
                                      <p:cBhvr>
                                        <p:cTn id="23" dur="600"/>
                                        <p:tgtEl>
                                          <p:spTgt spid="7"/>
                                        </p:tgtEl>
                                      </p:cBhvr>
                                    </p:animEffect>
                                  </p:childTnLst>
                                </p:cTn>
                              </p:par>
                              <p:par>
                                <p:cTn id="24" presetID="42" presetClass="entr" presetSubtype="0" fill="hold" nodeType="withEffect">
                                  <p:stCondLst>
                                    <p:cond delay="570"/>
                                  </p:stCondLst>
                                  <p:childTnLst>
                                    <p:set>
                                      <p:cBhvr>
                                        <p:cTn id="25" dur="1" fill="hold">
                                          <p:stCondLst>
                                            <p:cond delay="0"/>
                                          </p:stCondLst>
                                        </p:cTn>
                                        <p:tgtEl>
                                          <p:spTgt spid="8"/>
                                        </p:tgtEl>
                                        <p:attrNameLst>
                                          <p:attrName>style.visibility</p:attrName>
                                        </p:attrNameLst>
                                      </p:cBhvr>
                                      <p:to>
                                        <p:strVal val="visible"/>
                                      </p:to>
                                    </p:set>
                                    <p:anim calcmode="lin" valueType="num">
                                      <p:cBhvr>
                                        <p:cTn id="26" dur="600" fill="hold"/>
                                        <p:tgtEl>
                                          <p:spTgt spid="8"/>
                                        </p:tgtEl>
                                        <p:attrNameLst>
                                          <p:attrName>ppt_y</p:attrName>
                                        </p:attrNameLst>
                                      </p:cBhvr>
                                      <p:tavLst>
                                        <p:tav tm="0">
                                          <p:val>
                                            <p:strVal val="#ppt_y+.026"/>
                                          </p:val>
                                        </p:tav>
                                        <p:tav tm="100000">
                                          <p:val>
                                            <p:strVal val="#ppt_y"/>
                                          </p:val>
                                        </p:tav>
                                      </p:tavLst>
                                    </p:anim>
                                    <p:animEffect transition="in" filter="fade">
                                      <p:cBhvr>
                                        <p:cTn id="27" dur="600"/>
                                        <p:tgtEl>
                                          <p:spTgt spid="8"/>
                                        </p:tgtEl>
                                      </p:cBhvr>
                                    </p:animEffect>
                                  </p:childTnLst>
                                </p:cTn>
                              </p:par>
                              <p:par>
                                <p:cTn id="28" presetID="42" presetClass="entr" presetSubtype="0" fill="hold" nodeType="withEffect">
                                  <p:stCondLst>
                                    <p:cond delay="659"/>
                                  </p:stCondLst>
                                  <p:childTnLst>
                                    <p:set>
                                      <p:cBhvr>
                                        <p:cTn id="29" dur="1" fill="hold">
                                          <p:stCondLst>
                                            <p:cond delay="0"/>
                                          </p:stCondLst>
                                        </p:cTn>
                                        <p:tgtEl>
                                          <p:spTgt spid="9"/>
                                        </p:tgtEl>
                                        <p:attrNameLst>
                                          <p:attrName>style.visibility</p:attrName>
                                        </p:attrNameLst>
                                      </p:cBhvr>
                                      <p:to>
                                        <p:strVal val="visible"/>
                                      </p:to>
                                    </p:set>
                                    <p:anim calcmode="lin" valueType="num">
                                      <p:cBhvr>
                                        <p:cTn id="30" dur="600" fill="hold"/>
                                        <p:tgtEl>
                                          <p:spTgt spid="9"/>
                                        </p:tgtEl>
                                        <p:attrNameLst>
                                          <p:attrName>ppt_y</p:attrName>
                                        </p:attrNameLst>
                                      </p:cBhvr>
                                      <p:tavLst>
                                        <p:tav tm="0">
                                          <p:val>
                                            <p:strVal val="#ppt_y+.026"/>
                                          </p:val>
                                        </p:tav>
                                        <p:tav tm="100000">
                                          <p:val>
                                            <p:strVal val="#ppt_y"/>
                                          </p:val>
                                        </p:tav>
                                      </p:tavLst>
                                    </p:anim>
                                    <p:animEffect transition="in" filter="fade">
                                      <p:cBhvr>
                                        <p:cTn id="31" dur="6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Nền" descr="bg_23.jpg"/>
          <p:cNvPicPr>
            <a:picLocks noChangeAspect="1"/>
          </p:cNvPicPr>
          <p:nvPr/>
        </p:nvPicPr>
        <p:blipFill>
          <a:blip r:embed="rId3"/>
          <a:stretch>
            <a:fillRect/>
          </a:stretch>
        </p:blipFill>
        <p:spPr>
          <a:xfrm>
            <a:off x="0" y="0"/>
            <a:ext cx="12192000" cy="6858000"/>
          </a:xfrm>
          <a:prstGeom prst="rect">
            <a:avLst/>
          </a:prstGeom>
        </p:spPr>
      </p:pic>
      <p:pic>
        <p:nvPicPr>
          <p:cNvPr id="3" name="Lớp 00 · fade" descr="L_23_00.png"/>
          <p:cNvPicPr>
            <a:picLocks noChangeAspect="1"/>
          </p:cNvPicPr>
          <p:nvPr/>
        </p:nvPicPr>
        <p:blipFill>
          <a:blip r:embed="rId4"/>
          <a:stretch>
            <a:fillRect/>
          </a:stretch>
        </p:blipFill>
        <p:spPr>
          <a:xfrm>
            <a:off x="3556000" y="408980"/>
            <a:ext cx="5080000" cy="2159000"/>
          </a:xfrm>
          <a:prstGeom prst="rect">
            <a:avLst/>
          </a:prstGeom>
        </p:spPr>
      </p:pic>
      <p:pic>
        <p:nvPicPr>
          <p:cNvPr id="4" name="Lớp 01 · fade" descr="L_23_01.png"/>
          <p:cNvPicPr>
            <a:picLocks noChangeAspect="1"/>
          </p:cNvPicPr>
          <p:nvPr/>
        </p:nvPicPr>
        <p:blipFill>
          <a:blip r:embed="rId5"/>
          <a:stretch>
            <a:fillRect/>
          </a:stretch>
        </p:blipFill>
        <p:spPr>
          <a:xfrm>
            <a:off x="3927475" y="1082080"/>
            <a:ext cx="4337050" cy="3003550"/>
          </a:xfrm>
          <a:prstGeom prst="rect">
            <a:avLst/>
          </a:prstGeom>
        </p:spPr>
      </p:pic>
      <p:pic>
        <p:nvPicPr>
          <p:cNvPr id="5" name="Lớp 02 · fade" descr="L_23_02.png"/>
          <p:cNvPicPr>
            <a:picLocks noChangeAspect="1"/>
          </p:cNvPicPr>
          <p:nvPr/>
        </p:nvPicPr>
        <p:blipFill>
          <a:blip r:embed="rId6"/>
          <a:stretch>
            <a:fillRect/>
          </a:stretch>
        </p:blipFill>
        <p:spPr>
          <a:xfrm>
            <a:off x="4276725" y="2574330"/>
            <a:ext cx="3638550" cy="2038350"/>
          </a:xfrm>
          <a:prstGeom prst="rect">
            <a:avLst/>
          </a:prstGeom>
        </p:spPr>
      </p:pic>
      <p:pic>
        <p:nvPicPr>
          <p:cNvPr id="6" name="Lớp 03 · fade" descr="L_23_03.png"/>
          <p:cNvPicPr>
            <a:picLocks noChangeAspect="1"/>
          </p:cNvPicPr>
          <p:nvPr/>
        </p:nvPicPr>
        <p:blipFill>
          <a:blip r:embed="rId7"/>
          <a:stretch>
            <a:fillRect/>
          </a:stretch>
        </p:blipFill>
        <p:spPr>
          <a:xfrm>
            <a:off x="2286000" y="3177580"/>
            <a:ext cx="7620000" cy="1962150"/>
          </a:xfrm>
          <a:prstGeom prst="rect">
            <a:avLst/>
          </a:prstGeom>
        </p:spPr>
      </p:pic>
      <p:pic>
        <p:nvPicPr>
          <p:cNvPr id="7" name="Lớp 04 · float" descr="L_23_04.png"/>
          <p:cNvPicPr>
            <a:picLocks noChangeAspect="1"/>
          </p:cNvPicPr>
          <p:nvPr/>
        </p:nvPicPr>
        <p:blipFill>
          <a:blip r:embed="rId8"/>
          <a:stretch>
            <a:fillRect/>
          </a:stretch>
        </p:blipFill>
        <p:spPr>
          <a:xfrm>
            <a:off x="644525" y="3742730"/>
            <a:ext cx="10902950" cy="2001441"/>
          </a:xfrm>
          <a:prstGeom prst="rect">
            <a:avLst/>
          </a:prstGeom>
        </p:spPr>
      </p:pic>
      <p:pic>
        <p:nvPicPr>
          <p:cNvPr id="8" name="Lớp 05 · fade" descr="L_23_05.png"/>
          <p:cNvPicPr>
            <a:picLocks noChangeAspect="1"/>
          </p:cNvPicPr>
          <p:nvPr/>
        </p:nvPicPr>
        <p:blipFill>
          <a:blip r:embed="rId9"/>
          <a:stretch>
            <a:fillRect/>
          </a:stretch>
        </p:blipFill>
        <p:spPr>
          <a:xfrm>
            <a:off x="2733675" y="4436070"/>
            <a:ext cx="6724650" cy="1835150"/>
          </a:xfrm>
          <a:prstGeom prst="rect">
            <a:avLst/>
          </a:prstGeom>
        </p:spPr>
      </p:pic>
      <p:pic>
        <p:nvPicPr>
          <p:cNvPr id="9" name="Lớp 06 · dim" descr="L_23_06.png"/>
          <p:cNvPicPr>
            <a:picLocks noChangeAspect="1"/>
          </p:cNvPicPr>
          <p:nvPr/>
        </p:nvPicPr>
        <p:blipFill>
          <a:blip r:embed="rId10"/>
          <a:stretch>
            <a:fillRect/>
          </a:stretch>
        </p:blipFill>
        <p:spPr>
          <a:xfrm>
            <a:off x="0" y="0"/>
            <a:ext cx="12192000" cy="68580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xit" presetSubtype="0" fill="hold" nodeType="afterEffect">
                                  <p:stCondLst>
                                    <p:cond delay="200"/>
                                  </p:stCondLst>
                                  <p:childTnLst>
                                    <p:set>
                                      <p:cBhvr>
                                        <p:cTn id="6" dur="1" fill="hold">
                                          <p:stCondLst>
                                            <p:cond delay="1999"/>
                                          </p:stCondLst>
                                        </p:cTn>
                                        <p:tgtEl>
                                          <p:spTgt spid="9"/>
                                        </p:tgtEl>
                                        <p:attrNameLst>
                                          <p:attrName>style.visibility</p:attrName>
                                        </p:attrNameLst>
                                      </p:cBhvr>
                                      <p:to>
                                        <p:strVal val="hidden"/>
                                      </p:to>
                                    </p:set>
                                    <p:animEffect transition="out" filter="fade">
                                      <p:cBhvr>
                                        <p:cTn id="7" dur="2000"/>
                                        <p:tgtEl>
                                          <p:spTgt spid="9"/>
                                        </p:tgtEl>
                                      </p:cBhvr>
                                    </p:animEffect>
                                  </p:childTnLst>
                                </p:cTn>
                              </p:par>
                              <p:par>
                                <p:cTn id="8" presetID="10" presetClass="entr" presetSubtype="0" fill="hold" nodeType="withEffect">
                                  <p:stCondLst>
                                    <p:cond delay="50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700"/>
                                        <p:tgtEl>
                                          <p:spTgt spid="3"/>
                                        </p:tgtEl>
                                      </p:cBhvr>
                                    </p:animEffect>
                                  </p:childTnLst>
                                </p:cTn>
                              </p:par>
                              <p:par>
                                <p:cTn id="11" presetID="10" presetClass="entr" presetSubtype="0" fill="hold" nodeType="withEffect">
                                  <p:stCondLst>
                                    <p:cond delay="90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1600"/>
                                        <p:tgtEl>
                                          <p:spTgt spid="4"/>
                                        </p:tgtEl>
                                      </p:cBhvr>
                                    </p:animEffect>
                                  </p:childTnLst>
                                </p:cTn>
                              </p:par>
                              <p:par>
                                <p:cTn id="14" presetID="10" presetClass="entr" presetSubtype="0" fill="hold" nodeType="withEffect">
                                  <p:stCondLst>
                                    <p:cond delay="1800"/>
                                  </p:stCondLst>
                                  <p:childTnLst>
                                    <p:set>
                                      <p:cBhvr>
                                        <p:cTn id="15" dur="1" fill="hold">
                                          <p:stCondLst>
                                            <p:cond delay="0"/>
                                          </p:stCondLst>
                                        </p:cTn>
                                        <p:tgtEl>
                                          <p:spTgt spid="5"/>
                                        </p:tgtEl>
                                        <p:attrNameLst>
                                          <p:attrName>style.visibility</p:attrName>
                                        </p:attrNameLst>
                                      </p:cBhvr>
                                      <p:to>
                                        <p:strVal val="visible"/>
                                      </p:to>
                                    </p:set>
                                    <p:animEffect transition="in" filter="fade">
                                      <p:cBhvr>
                                        <p:cTn id="16" dur="350"/>
                                        <p:tgtEl>
                                          <p:spTgt spid="5"/>
                                        </p:tgtEl>
                                      </p:cBhvr>
                                    </p:animEffect>
                                  </p:childTnLst>
                                </p:cTn>
                              </p:par>
                              <p:par>
                                <p:cTn id="17" presetID="10" presetClass="entr" presetSubtype="0" fill="hold" nodeType="withEffect">
                                  <p:stCondLst>
                                    <p:cond delay="200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700"/>
                                        <p:tgtEl>
                                          <p:spTgt spid="6"/>
                                        </p:tgtEl>
                                      </p:cBhvr>
                                    </p:animEffect>
                                  </p:childTnLst>
                                </p:cTn>
                              </p:par>
                              <p:par>
                                <p:cTn id="20" presetID="42" presetClass="entr" presetSubtype="0" fill="hold" nodeType="withEffect">
                                  <p:stCondLst>
                                    <p:cond delay="2400"/>
                                  </p:stCondLst>
                                  <p:childTnLst>
                                    <p:set>
                                      <p:cBhvr>
                                        <p:cTn id="21" dur="1" fill="hold">
                                          <p:stCondLst>
                                            <p:cond delay="0"/>
                                          </p:stCondLst>
                                        </p:cTn>
                                        <p:tgtEl>
                                          <p:spTgt spid="7"/>
                                        </p:tgtEl>
                                        <p:attrNameLst>
                                          <p:attrName>style.visibility</p:attrName>
                                        </p:attrNameLst>
                                      </p:cBhvr>
                                      <p:to>
                                        <p:strVal val="visible"/>
                                      </p:to>
                                    </p:set>
                                    <p:anim calcmode="lin" valueType="num">
                                      <p:cBhvr>
                                        <p:cTn id="22" dur="700" fill="hold"/>
                                        <p:tgtEl>
                                          <p:spTgt spid="7"/>
                                        </p:tgtEl>
                                        <p:attrNameLst>
                                          <p:attrName>ppt_y</p:attrName>
                                        </p:attrNameLst>
                                      </p:cBhvr>
                                      <p:tavLst>
                                        <p:tav tm="0">
                                          <p:val>
                                            <p:strVal val="#ppt_y+.026"/>
                                          </p:val>
                                        </p:tav>
                                        <p:tav tm="100000">
                                          <p:val>
                                            <p:strVal val="#ppt_y"/>
                                          </p:val>
                                        </p:tav>
                                      </p:tavLst>
                                    </p:anim>
                                    <p:animEffect transition="in" filter="fade">
                                      <p:cBhvr>
                                        <p:cTn id="23" dur="700"/>
                                        <p:tgtEl>
                                          <p:spTgt spid="7"/>
                                        </p:tgtEl>
                                      </p:cBhvr>
                                    </p:animEffect>
                                  </p:childTnLst>
                                </p:cTn>
                              </p:par>
                              <p:par>
                                <p:cTn id="24" presetID="10" presetClass="entr" presetSubtype="0" fill="hold" nodeType="withEffect">
                                  <p:stCondLst>
                                    <p:cond delay="3000"/>
                                  </p:stCondLst>
                                  <p:childTnLst>
                                    <p:set>
                                      <p:cBhvr>
                                        <p:cTn id="25" dur="1" fill="hold">
                                          <p:stCondLst>
                                            <p:cond delay="0"/>
                                          </p:stCondLst>
                                        </p:cTn>
                                        <p:tgtEl>
                                          <p:spTgt spid="8"/>
                                        </p:tgtEl>
                                        <p:attrNameLst>
                                          <p:attrName>style.visibility</p:attrName>
                                        </p:attrNameLst>
                                      </p:cBhvr>
                                      <p:to>
                                        <p:strVal val="visible"/>
                                      </p:to>
                                    </p:set>
                                    <p:animEffect transition="in" filter="fade">
                                      <p:cBhvr>
                                        <p:cTn id="26" dur="7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Nền" descr="bg_24.jpg"/>
          <p:cNvPicPr>
            <a:picLocks noChangeAspect="1"/>
          </p:cNvPicPr>
          <p:nvPr/>
        </p:nvPicPr>
        <p:blipFill>
          <a:blip r:embed="rId2"/>
          <a:stretch>
            <a:fillRect/>
          </a:stretch>
        </p:blipFill>
        <p:spPr>
          <a:xfrm>
            <a:off x="0" y="0"/>
            <a:ext cx="12192000" cy="6858000"/>
          </a:xfrm>
          <a:prstGeom prst="rect">
            <a:avLst/>
          </a:prstGeom>
        </p:spPr>
      </p:pic>
      <p:pic>
        <p:nvPicPr>
          <p:cNvPr id="3" name="Lớp 00 · fade" descr="L_24_00.png"/>
          <p:cNvPicPr>
            <a:picLocks noChangeAspect="1"/>
          </p:cNvPicPr>
          <p:nvPr/>
        </p:nvPicPr>
        <p:blipFill>
          <a:blip r:embed="rId3"/>
          <a:stretch>
            <a:fillRect/>
          </a:stretch>
        </p:blipFill>
        <p:spPr>
          <a:xfrm>
            <a:off x="0" y="0"/>
            <a:ext cx="12192000" cy="1568450"/>
          </a:xfrm>
          <a:prstGeom prst="rect">
            <a:avLst/>
          </a:prstGeom>
        </p:spPr>
      </p:pic>
      <p:pic>
        <p:nvPicPr>
          <p:cNvPr id="4" name="Lớp 01 · float" descr="L_24_01.png"/>
          <p:cNvPicPr>
            <a:picLocks noChangeAspect="1"/>
          </p:cNvPicPr>
          <p:nvPr/>
        </p:nvPicPr>
        <p:blipFill>
          <a:blip r:embed="rId4"/>
          <a:stretch>
            <a:fillRect/>
          </a:stretch>
        </p:blipFill>
        <p:spPr>
          <a:xfrm>
            <a:off x="0" y="31750"/>
            <a:ext cx="11493500" cy="2077641"/>
          </a:xfrm>
          <a:prstGeom prst="rect">
            <a:avLst/>
          </a:prstGeom>
        </p:spPr>
      </p:pic>
      <p:pic>
        <p:nvPicPr>
          <p:cNvPr id="5" name="Lớp 02 · float" descr="L_24_02.png"/>
          <p:cNvPicPr>
            <a:picLocks noChangeAspect="1"/>
          </p:cNvPicPr>
          <p:nvPr/>
        </p:nvPicPr>
        <p:blipFill>
          <a:blip r:embed="rId5"/>
          <a:stretch>
            <a:fillRect/>
          </a:stretch>
        </p:blipFill>
        <p:spPr>
          <a:xfrm>
            <a:off x="0" y="1215330"/>
            <a:ext cx="12192000" cy="468243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5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42" presetClass="entr" presetSubtype="0" fill="hold" nodeType="withEffect">
                                  <p:stCondLst>
                                    <p:cond delay="120"/>
                                  </p:stCondLst>
                                  <p:childTnLst>
                                    <p:set>
                                      <p:cBhvr>
                                        <p:cTn id="9" dur="1" fill="hold">
                                          <p:stCondLst>
                                            <p:cond delay="0"/>
                                          </p:stCondLst>
                                        </p:cTn>
                                        <p:tgtEl>
                                          <p:spTgt spid="4"/>
                                        </p:tgtEl>
                                        <p:attrNameLst>
                                          <p:attrName>style.visibility</p:attrName>
                                        </p:attrNameLst>
                                      </p:cBhvr>
                                      <p:to>
                                        <p:strVal val="visible"/>
                                      </p:to>
                                    </p:set>
                                    <p:anim calcmode="lin" valueType="num">
                                      <p:cBhvr>
                                        <p:cTn id="10" dur="600" fill="hold"/>
                                        <p:tgtEl>
                                          <p:spTgt spid="4"/>
                                        </p:tgtEl>
                                        <p:attrNameLst>
                                          <p:attrName>ppt_y</p:attrName>
                                        </p:attrNameLst>
                                      </p:cBhvr>
                                      <p:tavLst>
                                        <p:tav tm="0">
                                          <p:val>
                                            <p:strVal val="#ppt_y+.026"/>
                                          </p:val>
                                        </p:tav>
                                        <p:tav tm="100000">
                                          <p:val>
                                            <p:strVal val="#ppt_y"/>
                                          </p:val>
                                        </p:tav>
                                      </p:tavLst>
                                    </p:anim>
                                    <p:animEffect transition="in" filter="fade">
                                      <p:cBhvr>
                                        <p:cTn id="11" dur="600"/>
                                        <p:tgtEl>
                                          <p:spTgt spid="4"/>
                                        </p:tgtEl>
                                      </p:cBhvr>
                                    </p:animEffect>
                                  </p:childTnLst>
                                </p:cTn>
                              </p:par>
                              <p:par>
                                <p:cTn id="12" presetID="42" presetClass="entr" presetSubtype="0" fill="hold" nodeType="withEffect">
                                  <p:stCondLst>
                                    <p:cond delay="300"/>
                                  </p:stCondLst>
                                  <p:childTnLst>
                                    <p:set>
                                      <p:cBhvr>
                                        <p:cTn id="13" dur="1" fill="hold">
                                          <p:stCondLst>
                                            <p:cond delay="0"/>
                                          </p:stCondLst>
                                        </p:cTn>
                                        <p:tgtEl>
                                          <p:spTgt spid="5"/>
                                        </p:tgtEl>
                                        <p:attrNameLst>
                                          <p:attrName>style.visibility</p:attrName>
                                        </p:attrNameLst>
                                      </p:cBhvr>
                                      <p:to>
                                        <p:strVal val="visible"/>
                                      </p:to>
                                    </p:set>
                                    <p:anim calcmode="lin" valueType="num">
                                      <p:cBhvr>
                                        <p:cTn id="14" dur="600" fill="hold"/>
                                        <p:tgtEl>
                                          <p:spTgt spid="5"/>
                                        </p:tgtEl>
                                        <p:attrNameLst>
                                          <p:attrName>ppt_y</p:attrName>
                                        </p:attrNameLst>
                                      </p:cBhvr>
                                      <p:tavLst>
                                        <p:tav tm="0">
                                          <p:val>
                                            <p:strVal val="#ppt_y+.026"/>
                                          </p:val>
                                        </p:tav>
                                        <p:tav tm="100000">
                                          <p:val>
                                            <p:strVal val="#ppt_y"/>
                                          </p:val>
                                        </p:tav>
                                      </p:tavLst>
                                    </p:anim>
                                    <p:animEffect transition="in" filter="fade">
                                      <p:cBhvr>
                                        <p:cTn id="15" dur="6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Nền" descr="bg_25.jpg"/>
          <p:cNvPicPr>
            <a:picLocks noChangeAspect="1"/>
          </p:cNvPicPr>
          <p:nvPr/>
        </p:nvPicPr>
        <p:blipFill>
          <a:blip r:embed="rId2"/>
          <a:stretch>
            <a:fillRect/>
          </a:stretch>
        </p:blipFill>
        <p:spPr>
          <a:xfrm>
            <a:off x="0" y="0"/>
            <a:ext cx="12192000" cy="6858000"/>
          </a:xfrm>
          <a:prstGeom prst="rect">
            <a:avLst/>
          </a:prstGeom>
        </p:spPr>
      </p:pic>
      <p:pic>
        <p:nvPicPr>
          <p:cNvPr id="3" name="Lớp 00 · fade" descr="L_25_00.png"/>
          <p:cNvPicPr>
            <a:picLocks noChangeAspect="1"/>
          </p:cNvPicPr>
          <p:nvPr/>
        </p:nvPicPr>
        <p:blipFill>
          <a:blip r:embed="rId3"/>
          <a:stretch>
            <a:fillRect/>
          </a:stretch>
        </p:blipFill>
        <p:spPr>
          <a:xfrm>
            <a:off x="0" y="0"/>
            <a:ext cx="12192000" cy="1568450"/>
          </a:xfrm>
          <a:prstGeom prst="rect">
            <a:avLst/>
          </a:prstGeom>
        </p:spPr>
      </p:pic>
      <p:pic>
        <p:nvPicPr>
          <p:cNvPr id="4" name="Lớp 01 · float" descr="L_25_01.png"/>
          <p:cNvPicPr>
            <a:picLocks noChangeAspect="1"/>
          </p:cNvPicPr>
          <p:nvPr/>
        </p:nvPicPr>
        <p:blipFill>
          <a:blip r:embed="rId4"/>
          <a:stretch>
            <a:fillRect/>
          </a:stretch>
        </p:blipFill>
        <p:spPr>
          <a:xfrm>
            <a:off x="0" y="31750"/>
            <a:ext cx="11493500" cy="2077641"/>
          </a:xfrm>
          <a:prstGeom prst="rect">
            <a:avLst/>
          </a:prstGeom>
        </p:spPr>
      </p:pic>
      <p:pic>
        <p:nvPicPr>
          <p:cNvPr id="5" name="Lớp 02 · float" descr="L_25_02.png"/>
          <p:cNvPicPr>
            <a:picLocks noChangeAspect="1"/>
          </p:cNvPicPr>
          <p:nvPr/>
        </p:nvPicPr>
        <p:blipFill>
          <a:blip r:embed="rId5"/>
          <a:stretch>
            <a:fillRect/>
          </a:stretch>
        </p:blipFill>
        <p:spPr>
          <a:xfrm>
            <a:off x="0" y="1091505"/>
            <a:ext cx="12192000" cy="519678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5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42" presetClass="entr" presetSubtype="0" fill="hold" nodeType="withEffect">
                                  <p:stCondLst>
                                    <p:cond delay="120"/>
                                  </p:stCondLst>
                                  <p:childTnLst>
                                    <p:set>
                                      <p:cBhvr>
                                        <p:cTn id="9" dur="1" fill="hold">
                                          <p:stCondLst>
                                            <p:cond delay="0"/>
                                          </p:stCondLst>
                                        </p:cTn>
                                        <p:tgtEl>
                                          <p:spTgt spid="4"/>
                                        </p:tgtEl>
                                        <p:attrNameLst>
                                          <p:attrName>style.visibility</p:attrName>
                                        </p:attrNameLst>
                                      </p:cBhvr>
                                      <p:to>
                                        <p:strVal val="visible"/>
                                      </p:to>
                                    </p:set>
                                    <p:anim calcmode="lin" valueType="num">
                                      <p:cBhvr>
                                        <p:cTn id="10" dur="600" fill="hold"/>
                                        <p:tgtEl>
                                          <p:spTgt spid="4"/>
                                        </p:tgtEl>
                                        <p:attrNameLst>
                                          <p:attrName>ppt_y</p:attrName>
                                        </p:attrNameLst>
                                      </p:cBhvr>
                                      <p:tavLst>
                                        <p:tav tm="0">
                                          <p:val>
                                            <p:strVal val="#ppt_y+.026"/>
                                          </p:val>
                                        </p:tav>
                                        <p:tav tm="100000">
                                          <p:val>
                                            <p:strVal val="#ppt_y"/>
                                          </p:val>
                                        </p:tav>
                                      </p:tavLst>
                                    </p:anim>
                                    <p:animEffect transition="in" filter="fade">
                                      <p:cBhvr>
                                        <p:cTn id="11" dur="600"/>
                                        <p:tgtEl>
                                          <p:spTgt spid="4"/>
                                        </p:tgtEl>
                                      </p:cBhvr>
                                    </p:animEffect>
                                  </p:childTnLst>
                                </p:cTn>
                              </p:par>
                              <p:par>
                                <p:cTn id="12" presetID="42" presetClass="entr" presetSubtype="0" fill="hold" nodeType="withEffect">
                                  <p:stCondLst>
                                    <p:cond delay="300"/>
                                  </p:stCondLst>
                                  <p:childTnLst>
                                    <p:set>
                                      <p:cBhvr>
                                        <p:cTn id="13" dur="1" fill="hold">
                                          <p:stCondLst>
                                            <p:cond delay="0"/>
                                          </p:stCondLst>
                                        </p:cTn>
                                        <p:tgtEl>
                                          <p:spTgt spid="5"/>
                                        </p:tgtEl>
                                        <p:attrNameLst>
                                          <p:attrName>style.visibility</p:attrName>
                                        </p:attrNameLst>
                                      </p:cBhvr>
                                      <p:to>
                                        <p:strVal val="visible"/>
                                      </p:to>
                                    </p:set>
                                    <p:anim calcmode="lin" valueType="num">
                                      <p:cBhvr>
                                        <p:cTn id="14" dur="600" fill="hold"/>
                                        <p:tgtEl>
                                          <p:spTgt spid="5"/>
                                        </p:tgtEl>
                                        <p:attrNameLst>
                                          <p:attrName>ppt_y</p:attrName>
                                        </p:attrNameLst>
                                      </p:cBhvr>
                                      <p:tavLst>
                                        <p:tav tm="0">
                                          <p:val>
                                            <p:strVal val="#ppt_y+.026"/>
                                          </p:val>
                                        </p:tav>
                                        <p:tav tm="100000">
                                          <p:val>
                                            <p:strVal val="#ppt_y"/>
                                          </p:val>
                                        </p:tav>
                                      </p:tavLst>
                                    </p:anim>
                                    <p:animEffect transition="in" filter="fade">
                                      <p:cBhvr>
                                        <p:cTn id="15" dur="6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Nền" descr="bg_26.jpg"/>
          <p:cNvPicPr>
            <a:picLocks noChangeAspect="1"/>
          </p:cNvPicPr>
          <p:nvPr/>
        </p:nvPicPr>
        <p:blipFill>
          <a:blip r:embed="rId2"/>
          <a:stretch>
            <a:fillRect/>
          </a:stretch>
        </p:blipFill>
        <p:spPr>
          <a:xfrm>
            <a:off x="0" y="0"/>
            <a:ext cx="12192000" cy="6858000"/>
          </a:xfrm>
          <a:prstGeom prst="rect">
            <a:avLst/>
          </a:prstGeom>
        </p:spPr>
      </p:pic>
      <p:pic>
        <p:nvPicPr>
          <p:cNvPr id="3" name="Lớp 00 · fade" descr="L_26_00.png"/>
          <p:cNvPicPr>
            <a:picLocks noChangeAspect="1"/>
          </p:cNvPicPr>
          <p:nvPr/>
        </p:nvPicPr>
        <p:blipFill>
          <a:blip r:embed="rId3"/>
          <a:stretch>
            <a:fillRect/>
          </a:stretch>
        </p:blipFill>
        <p:spPr>
          <a:xfrm>
            <a:off x="0" y="0"/>
            <a:ext cx="12192000" cy="1568450"/>
          </a:xfrm>
          <a:prstGeom prst="rect">
            <a:avLst/>
          </a:prstGeom>
        </p:spPr>
      </p:pic>
      <p:pic>
        <p:nvPicPr>
          <p:cNvPr id="4" name="Lớp 01 · float" descr="L_26_01.png"/>
          <p:cNvPicPr>
            <a:picLocks noChangeAspect="1"/>
          </p:cNvPicPr>
          <p:nvPr/>
        </p:nvPicPr>
        <p:blipFill>
          <a:blip r:embed="rId4"/>
          <a:stretch>
            <a:fillRect/>
          </a:stretch>
        </p:blipFill>
        <p:spPr>
          <a:xfrm>
            <a:off x="0" y="31750"/>
            <a:ext cx="11493500" cy="2077641"/>
          </a:xfrm>
          <a:prstGeom prst="rect">
            <a:avLst/>
          </a:prstGeom>
        </p:spPr>
      </p:pic>
      <p:pic>
        <p:nvPicPr>
          <p:cNvPr id="5" name="Lớp 02 · float" descr="L_26_02.png"/>
          <p:cNvPicPr>
            <a:picLocks noChangeAspect="1"/>
          </p:cNvPicPr>
          <p:nvPr/>
        </p:nvPicPr>
        <p:blipFill>
          <a:blip r:embed="rId5"/>
          <a:stretch>
            <a:fillRect/>
          </a:stretch>
        </p:blipFill>
        <p:spPr>
          <a:xfrm>
            <a:off x="0" y="1348680"/>
            <a:ext cx="12192000" cy="468243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5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42" presetClass="entr" presetSubtype="0" fill="hold" nodeType="withEffect">
                                  <p:stCondLst>
                                    <p:cond delay="120"/>
                                  </p:stCondLst>
                                  <p:childTnLst>
                                    <p:set>
                                      <p:cBhvr>
                                        <p:cTn id="9" dur="1" fill="hold">
                                          <p:stCondLst>
                                            <p:cond delay="0"/>
                                          </p:stCondLst>
                                        </p:cTn>
                                        <p:tgtEl>
                                          <p:spTgt spid="4"/>
                                        </p:tgtEl>
                                        <p:attrNameLst>
                                          <p:attrName>style.visibility</p:attrName>
                                        </p:attrNameLst>
                                      </p:cBhvr>
                                      <p:to>
                                        <p:strVal val="visible"/>
                                      </p:to>
                                    </p:set>
                                    <p:anim calcmode="lin" valueType="num">
                                      <p:cBhvr>
                                        <p:cTn id="10" dur="600" fill="hold"/>
                                        <p:tgtEl>
                                          <p:spTgt spid="4"/>
                                        </p:tgtEl>
                                        <p:attrNameLst>
                                          <p:attrName>ppt_y</p:attrName>
                                        </p:attrNameLst>
                                      </p:cBhvr>
                                      <p:tavLst>
                                        <p:tav tm="0">
                                          <p:val>
                                            <p:strVal val="#ppt_y+.026"/>
                                          </p:val>
                                        </p:tav>
                                        <p:tav tm="100000">
                                          <p:val>
                                            <p:strVal val="#ppt_y"/>
                                          </p:val>
                                        </p:tav>
                                      </p:tavLst>
                                    </p:anim>
                                    <p:animEffect transition="in" filter="fade">
                                      <p:cBhvr>
                                        <p:cTn id="11" dur="600"/>
                                        <p:tgtEl>
                                          <p:spTgt spid="4"/>
                                        </p:tgtEl>
                                      </p:cBhvr>
                                    </p:animEffect>
                                  </p:childTnLst>
                                </p:cTn>
                              </p:par>
                              <p:par>
                                <p:cTn id="12" presetID="42" presetClass="entr" presetSubtype="0" fill="hold" nodeType="withEffect">
                                  <p:stCondLst>
                                    <p:cond delay="300"/>
                                  </p:stCondLst>
                                  <p:childTnLst>
                                    <p:set>
                                      <p:cBhvr>
                                        <p:cTn id="13" dur="1" fill="hold">
                                          <p:stCondLst>
                                            <p:cond delay="0"/>
                                          </p:stCondLst>
                                        </p:cTn>
                                        <p:tgtEl>
                                          <p:spTgt spid="5"/>
                                        </p:tgtEl>
                                        <p:attrNameLst>
                                          <p:attrName>style.visibility</p:attrName>
                                        </p:attrNameLst>
                                      </p:cBhvr>
                                      <p:to>
                                        <p:strVal val="visible"/>
                                      </p:to>
                                    </p:set>
                                    <p:anim calcmode="lin" valueType="num">
                                      <p:cBhvr>
                                        <p:cTn id="14" dur="600" fill="hold"/>
                                        <p:tgtEl>
                                          <p:spTgt spid="5"/>
                                        </p:tgtEl>
                                        <p:attrNameLst>
                                          <p:attrName>ppt_y</p:attrName>
                                        </p:attrNameLst>
                                      </p:cBhvr>
                                      <p:tavLst>
                                        <p:tav tm="0">
                                          <p:val>
                                            <p:strVal val="#ppt_y+.026"/>
                                          </p:val>
                                        </p:tav>
                                        <p:tav tm="100000">
                                          <p:val>
                                            <p:strVal val="#ppt_y"/>
                                          </p:val>
                                        </p:tav>
                                      </p:tavLst>
                                    </p:anim>
                                    <p:animEffect transition="in" filter="fade">
                                      <p:cBhvr>
                                        <p:cTn id="15" dur="6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2911</Words>
  <Application>Microsoft Office PowerPoint</Application>
  <PresentationFormat>Widescreen</PresentationFormat>
  <Paragraphs>89</Paragraphs>
  <Slides>26</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26</vt:i4>
      </vt:variant>
    </vt:vector>
  </HeadingPairs>
  <TitlesOfParts>
    <vt:vector size="29"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SeeVia – AISC26-0053</dc:title>
  <dc:subject/>
  <dc:creator>Đội SeeVia</dc:creator>
  <cp:keywords/>
  <dc:description>generated using python-pptx</dc:description>
  <cp:lastModifiedBy>Nguyễn Lý Diệu Anh</cp:lastModifiedBy>
  <cp:revision>1</cp:revision>
  <dcterms:created xsi:type="dcterms:W3CDTF">2013-01-27T09:14:16Z</dcterms:created>
  <dcterms:modified xsi:type="dcterms:W3CDTF">2026-10-20T03:49:18Z</dcterms:modified>
  <cp:category/>
</cp:coreProperties>
</file>